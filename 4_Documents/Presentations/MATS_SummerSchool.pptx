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11" r:id="rId2"/>
    <p:sldId id="308" r:id="rId3"/>
    <p:sldId id="313" r:id="rId4"/>
    <p:sldId id="314" r:id="rId5"/>
    <p:sldId id="284" r:id="rId6"/>
    <p:sldId id="318" r:id="rId7"/>
    <p:sldId id="316" r:id="rId8"/>
    <p:sldId id="315" r:id="rId9"/>
    <p:sldId id="317" r:id="rId10"/>
    <p:sldId id="310" r:id="rId11"/>
    <p:sldId id="303" r:id="rId12"/>
    <p:sldId id="304" r:id="rId13"/>
    <p:sldId id="305" r:id="rId14"/>
    <p:sldId id="306" r:id="rId15"/>
    <p:sldId id="307" r:id="rId16"/>
    <p:sldId id="259" r:id="rId17"/>
    <p:sldId id="299" r:id="rId18"/>
    <p:sldId id="301" r:id="rId19"/>
    <p:sldId id="273" r:id="rId20"/>
    <p:sldId id="274" r:id="rId21"/>
    <p:sldId id="276" r:id="rId22"/>
    <p:sldId id="277" r:id="rId23"/>
    <p:sldId id="278" r:id="rId24"/>
    <p:sldId id="281" r:id="rId25"/>
    <p:sldId id="282" r:id="rId26"/>
    <p:sldId id="283" r:id="rId27"/>
    <p:sldId id="295" r:id="rId28"/>
    <p:sldId id="296" r:id="rId29"/>
    <p:sldId id="286" r:id="rId30"/>
    <p:sldId id="287" r:id="rId31"/>
    <p:sldId id="288" r:id="rId32"/>
    <p:sldId id="297" r:id="rId33"/>
    <p:sldId id="298" r:id="rId34"/>
  </p:sldIdLst>
  <p:sldSz cx="9144000" cy="5143500" type="screen16x9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8">
          <p15:clr>
            <a:srgbClr val="A4A3A4"/>
          </p15:clr>
        </p15:guide>
        <p15:guide id="2" orient="horz" pos="106">
          <p15:clr>
            <a:srgbClr val="A4A3A4"/>
          </p15:clr>
        </p15:guide>
        <p15:guide id="3" orient="horz" pos="2811">
          <p15:clr>
            <a:srgbClr val="A4A3A4"/>
          </p15:clr>
        </p15:guide>
        <p15:guide id="4" pos="391">
          <p15:clr>
            <a:srgbClr val="A4A3A4"/>
          </p15:clr>
        </p15:guide>
        <p15:guide id="5" pos="560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CA27BF-0152-B184-0286-1DF130182A07}" name="Dalhaus, Tobias" initials="DT" userId="S::tobias.dalhaus@wur.nl::217dd070-81d5-4c01-ab0b-38b7c5fdeb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F9C35"/>
    <a:srgbClr val="34B233"/>
    <a:srgbClr val="000000"/>
    <a:srgbClr val="292929"/>
    <a:srgbClr val="D5D2CA"/>
    <a:srgbClr val="005172"/>
    <a:srgbClr val="6A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EC1DE-75EF-4A5A-A3BC-BC47A9957821}" v="36" dt="2025-07-03T19:54:25.235"/>
  </p1510:revLst>
</p1510:revInfo>
</file>

<file path=ppt/tableStyles.xml><?xml version="1.0" encoding="utf-8"?>
<a:tblStyleLst xmlns:a="http://schemas.openxmlformats.org/drawingml/2006/main" def="{E8034E78-7F5D-4C2E-B375-FC64B27BC917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Stijl, donker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Stijl, donker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8603FDC-E32A-4AB5-989C-0864C3EAD2B8}" styleName="Stijl, thema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Stijl, gemiddeld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ijl, gemiddeld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10" autoAdjust="0"/>
  </p:normalViewPr>
  <p:slideViewPr>
    <p:cSldViewPr snapToGrid="0">
      <p:cViewPr varScale="1">
        <p:scale>
          <a:sx n="85" d="100"/>
          <a:sy n="85" d="100"/>
        </p:scale>
        <p:origin x="738" y="36"/>
      </p:cViewPr>
      <p:guideLst>
        <p:guide orient="horz" pos="928"/>
        <p:guide orient="horz" pos="106"/>
        <p:guide orient="horz" pos="2811"/>
        <p:guide pos="391"/>
        <p:guide pos="56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da, Riccardo" userId="994b86d3-29b4-4300-9fb1-4380a0094f38" providerId="ADAL" clId="{1E0EC1DE-75EF-4A5A-A3BC-BC47A9957821}"/>
    <pc:docChg chg="undo custSel addSld delSld modSld sldOrd">
      <pc:chgData name="Spada, Riccardo" userId="994b86d3-29b4-4300-9fb1-4380a0094f38" providerId="ADAL" clId="{1E0EC1DE-75EF-4A5A-A3BC-BC47A9957821}" dt="2025-07-03T20:01:52.935" v="1262" actId="113"/>
      <pc:docMkLst>
        <pc:docMk/>
      </pc:docMkLst>
      <pc:sldChg chg="addSp modSp mod ord">
        <pc:chgData name="Spada, Riccardo" userId="994b86d3-29b4-4300-9fb1-4380a0094f38" providerId="ADAL" clId="{1E0EC1DE-75EF-4A5A-A3BC-BC47A9957821}" dt="2025-07-03T17:33:37.101" v="936" actId="20577"/>
        <pc:sldMkLst>
          <pc:docMk/>
          <pc:sldMk cId="800047213" sldId="284"/>
        </pc:sldMkLst>
        <pc:spChg chg="mod">
          <ac:chgData name="Spada, Riccardo" userId="994b86d3-29b4-4300-9fb1-4380a0094f38" providerId="ADAL" clId="{1E0EC1DE-75EF-4A5A-A3BC-BC47A9957821}" dt="2025-07-03T17:30:33.378" v="926" actId="20577"/>
          <ac:spMkLst>
            <pc:docMk/>
            <pc:sldMk cId="800047213" sldId="284"/>
            <ac:spMk id="2" creationId="{D0F86053-BEE1-902E-7F9D-A2E8171CD855}"/>
          </ac:spMkLst>
        </pc:spChg>
        <pc:spChg chg="mod">
          <ac:chgData name="Spada, Riccardo" userId="994b86d3-29b4-4300-9fb1-4380a0094f38" providerId="ADAL" clId="{1E0EC1DE-75EF-4A5A-A3BC-BC47A9957821}" dt="2025-07-03T17:30:44.793" v="927"/>
          <ac:spMkLst>
            <pc:docMk/>
            <pc:sldMk cId="800047213" sldId="284"/>
            <ac:spMk id="4" creationId="{00000000-0000-0000-0000-000000000000}"/>
          </ac:spMkLst>
        </pc:spChg>
        <pc:spChg chg="add mod">
          <ac:chgData name="Spada, Riccardo" userId="994b86d3-29b4-4300-9fb1-4380a0094f38" providerId="ADAL" clId="{1E0EC1DE-75EF-4A5A-A3BC-BC47A9957821}" dt="2025-07-03T17:33:37.101" v="936" actId="20577"/>
          <ac:spMkLst>
            <pc:docMk/>
            <pc:sldMk cId="800047213" sldId="284"/>
            <ac:spMk id="7" creationId="{5FEC27BC-A17B-73AE-7C1F-D548D0ECAFC5}"/>
          </ac:spMkLst>
        </pc:spChg>
        <pc:picChg chg="mod">
          <ac:chgData name="Spada, Riccardo" userId="994b86d3-29b4-4300-9fb1-4380a0094f38" providerId="ADAL" clId="{1E0EC1DE-75EF-4A5A-A3BC-BC47A9957821}" dt="2025-07-03T17:30:55.804" v="928" actId="1076"/>
          <ac:picMkLst>
            <pc:docMk/>
            <pc:sldMk cId="800047213" sldId="284"/>
            <ac:picMk id="6" creationId="{2A91538E-2218-8FF1-FAF4-7A59424D93CF}"/>
          </ac:picMkLst>
        </pc:picChg>
      </pc:sldChg>
      <pc:sldChg chg="modSp del mod">
        <pc:chgData name="Spada, Riccardo" userId="994b86d3-29b4-4300-9fb1-4380a0094f38" providerId="ADAL" clId="{1E0EC1DE-75EF-4A5A-A3BC-BC47A9957821}" dt="2025-07-03T17:28:34.005" v="916" actId="47"/>
        <pc:sldMkLst>
          <pc:docMk/>
          <pc:sldMk cId="1186416931" sldId="289"/>
        </pc:sldMkLst>
        <pc:spChg chg="mod">
          <ac:chgData name="Spada, Riccardo" userId="994b86d3-29b4-4300-9fb1-4380a0094f38" providerId="ADAL" clId="{1E0EC1DE-75EF-4A5A-A3BC-BC47A9957821}" dt="2025-07-03T15:11:38.590" v="655" actId="20577"/>
          <ac:spMkLst>
            <pc:docMk/>
            <pc:sldMk cId="1186416931" sldId="289"/>
            <ac:spMk id="2" creationId="{D0F86053-BEE1-902E-7F9D-A2E8171CD855}"/>
          </ac:spMkLst>
        </pc:spChg>
        <pc:spChg chg="mod">
          <ac:chgData name="Spada, Riccardo" userId="994b86d3-29b4-4300-9fb1-4380a0094f38" providerId="ADAL" clId="{1E0EC1DE-75EF-4A5A-A3BC-BC47A9957821}" dt="2025-07-03T12:06:22.552" v="455" actId="20577"/>
          <ac:spMkLst>
            <pc:docMk/>
            <pc:sldMk cId="1186416931" sldId="289"/>
            <ac:spMk id="7" creationId="{33F17252-3BDE-53BA-F68E-693BF2ADC5BC}"/>
          </ac:spMkLst>
        </pc:spChg>
      </pc:sldChg>
      <pc:sldChg chg="modSp del mod modNotesTx">
        <pc:chgData name="Spada, Riccardo" userId="994b86d3-29b4-4300-9fb1-4380a0094f38" providerId="ADAL" clId="{1E0EC1DE-75EF-4A5A-A3BC-BC47A9957821}" dt="2025-07-03T19:54:33.772" v="972" actId="2696"/>
        <pc:sldMkLst>
          <pc:docMk/>
          <pc:sldMk cId="1907823464" sldId="290"/>
        </pc:sldMkLst>
      </pc:sldChg>
      <pc:sldChg chg="modSp del mod">
        <pc:chgData name="Spada, Riccardo" userId="994b86d3-29b4-4300-9fb1-4380a0094f38" providerId="ADAL" clId="{1E0EC1DE-75EF-4A5A-A3BC-BC47A9957821}" dt="2025-07-03T17:28:36.585" v="917" actId="47"/>
        <pc:sldMkLst>
          <pc:docMk/>
          <pc:sldMk cId="2153840129" sldId="293"/>
        </pc:sldMkLst>
        <pc:spChg chg="mod">
          <ac:chgData name="Spada, Riccardo" userId="994b86d3-29b4-4300-9fb1-4380a0094f38" providerId="ADAL" clId="{1E0EC1DE-75EF-4A5A-A3BC-BC47A9957821}" dt="2025-07-03T15:12:19.440" v="673" actId="20577"/>
          <ac:spMkLst>
            <pc:docMk/>
            <pc:sldMk cId="2153840129" sldId="293"/>
            <ac:spMk id="2" creationId="{D0F86053-BEE1-902E-7F9D-A2E8171CD855}"/>
          </ac:spMkLst>
        </pc:spChg>
      </pc:sldChg>
      <pc:sldChg chg="modSp mod">
        <pc:chgData name="Spada, Riccardo" userId="994b86d3-29b4-4300-9fb1-4380a0094f38" providerId="ADAL" clId="{1E0EC1DE-75EF-4A5A-A3BC-BC47A9957821}" dt="2025-07-01T09:04:55.644" v="108" actId="20577"/>
        <pc:sldMkLst>
          <pc:docMk/>
          <pc:sldMk cId="3893764606" sldId="294"/>
        </pc:sldMkLst>
      </pc:sldChg>
      <pc:sldChg chg="del">
        <pc:chgData name="Spada, Riccardo" userId="994b86d3-29b4-4300-9fb1-4380a0094f38" providerId="ADAL" clId="{1E0EC1DE-75EF-4A5A-A3BC-BC47A9957821}" dt="2025-06-27T08:40:39.788" v="45" actId="47"/>
        <pc:sldMkLst>
          <pc:docMk/>
          <pc:sldMk cId="4027106538" sldId="300"/>
        </pc:sldMkLst>
      </pc:sldChg>
      <pc:sldChg chg="modSp del mod">
        <pc:chgData name="Spada, Riccardo" userId="994b86d3-29b4-4300-9fb1-4380a0094f38" providerId="ADAL" clId="{1E0EC1DE-75EF-4A5A-A3BC-BC47A9957821}" dt="2025-07-03T12:05:49.384" v="452" actId="47"/>
        <pc:sldMkLst>
          <pc:docMk/>
          <pc:sldMk cId="2462300938" sldId="302"/>
        </pc:sldMkLst>
        <pc:spChg chg="mod">
          <ac:chgData name="Spada, Riccardo" userId="994b86d3-29b4-4300-9fb1-4380a0094f38" providerId="ADAL" clId="{1E0EC1DE-75EF-4A5A-A3BC-BC47A9957821}" dt="2025-07-03T12:05:18.670" v="446" actId="20577"/>
          <ac:spMkLst>
            <pc:docMk/>
            <pc:sldMk cId="2462300938" sldId="302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12:05:37.600" v="447" actId="21"/>
          <ac:spMkLst>
            <pc:docMk/>
            <pc:sldMk cId="2462300938" sldId="302"/>
            <ac:spMk id="7" creationId="{844A4835-49B6-2591-D06C-1224E2ACF47E}"/>
          </ac:spMkLst>
        </pc:spChg>
      </pc:sldChg>
      <pc:sldChg chg="addSp modSp mod modNotesTx">
        <pc:chgData name="Spada, Riccardo" userId="994b86d3-29b4-4300-9fb1-4380a0094f38" providerId="ADAL" clId="{1E0EC1DE-75EF-4A5A-A3BC-BC47A9957821}" dt="2025-07-03T13:48:17.313" v="639" actId="20577"/>
        <pc:sldMkLst>
          <pc:docMk/>
          <pc:sldMk cId="4008411639" sldId="303"/>
        </pc:sldMkLst>
        <pc:spChg chg="mod">
          <ac:chgData name="Spada, Riccardo" userId="994b86d3-29b4-4300-9fb1-4380a0094f38" providerId="ADAL" clId="{1E0EC1DE-75EF-4A5A-A3BC-BC47A9957821}" dt="2025-07-03T12:10:37.728" v="501" actId="20577"/>
          <ac:spMkLst>
            <pc:docMk/>
            <pc:sldMk cId="4008411639" sldId="303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1E0EC1DE-75EF-4A5A-A3BC-BC47A9957821}" dt="2025-07-01T09:55:26.587" v="140" actId="1076"/>
          <ac:picMkLst>
            <pc:docMk/>
            <pc:sldMk cId="4008411639" sldId="303"/>
            <ac:picMk id="7" creationId="{78CD1A10-EE2E-57AC-DA36-B38924EC30EA}"/>
          </ac:picMkLst>
        </pc:picChg>
        <pc:picChg chg="mod">
          <ac:chgData name="Spada, Riccardo" userId="994b86d3-29b4-4300-9fb1-4380a0094f38" providerId="ADAL" clId="{1E0EC1DE-75EF-4A5A-A3BC-BC47A9957821}" dt="2025-07-01T09:56:03.391" v="149" actId="1076"/>
          <ac:picMkLst>
            <pc:docMk/>
            <pc:sldMk cId="4008411639" sldId="303"/>
            <ac:picMk id="12" creationId="{39A3B5BF-0388-50A2-B5EE-5E51313378EE}"/>
          </ac:picMkLst>
        </pc:picChg>
      </pc:sldChg>
      <pc:sldChg chg="addSp delSp modSp mod">
        <pc:chgData name="Spada, Riccardo" userId="994b86d3-29b4-4300-9fb1-4380a0094f38" providerId="ADAL" clId="{1E0EC1DE-75EF-4A5A-A3BC-BC47A9957821}" dt="2025-07-03T17:23:44.390" v="889" actId="20577"/>
        <pc:sldMkLst>
          <pc:docMk/>
          <pc:sldMk cId="2749683794" sldId="304"/>
        </pc:sldMkLst>
        <pc:spChg chg="mod">
          <ac:chgData name="Spada, Riccardo" userId="994b86d3-29b4-4300-9fb1-4380a0094f38" providerId="ADAL" clId="{1E0EC1DE-75EF-4A5A-A3BC-BC47A9957821}" dt="2025-07-03T17:23:44.390" v="889" actId="20577"/>
          <ac:spMkLst>
            <pc:docMk/>
            <pc:sldMk cId="2749683794" sldId="304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12:12:06.562" v="509" actId="20577"/>
          <ac:spMkLst>
            <pc:docMk/>
            <pc:sldMk cId="2749683794" sldId="304"/>
            <ac:spMk id="9" creationId="{0BF8A02E-2FDC-744B-E018-6F49660AAB6E}"/>
          </ac:spMkLst>
        </pc:spChg>
        <pc:picChg chg="add mod">
          <ac:chgData name="Spada, Riccardo" userId="994b86d3-29b4-4300-9fb1-4380a0094f38" providerId="ADAL" clId="{1E0EC1DE-75EF-4A5A-A3BC-BC47A9957821}" dt="2025-07-01T09:31:38.537" v="129" actId="1076"/>
          <ac:picMkLst>
            <pc:docMk/>
            <pc:sldMk cId="2749683794" sldId="304"/>
            <ac:picMk id="5" creationId="{91F4A55C-D70D-A531-F8D2-B69ABC25AC22}"/>
          </ac:picMkLst>
        </pc:picChg>
        <pc:picChg chg="mod">
          <ac:chgData name="Spada, Riccardo" userId="994b86d3-29b4-4300-9fb1-4380a0094f38" providerId="ADAL" clId="{1E0EC1DE-75EF-4A5A-A3BC-BC47A9957821}" dt="2025-06-30T13:57:00.844" v="98" actId="1076"/>
          <ac:picMkLst>
            <pc:docMk/>
            <pc:sldMk cId="2749683794" sldId="304"/>
            <ac:picMk id="11" creationId="{58FA335D-60DF-152F-B77E-8C10B29C7024}"/>
          </ac:picMkLst>
        </pc:picChg>
      </pc:sldChg>
      <pc:sldChg chg="modSp mod">
        <pc:chgData name="Spada, Riccardo" userId="994b86d3-29b4-4300-9fb1-4380a0094f38" providerId="ADAL" clId="{1E0EC1DE-75EF-4A5A-A3BC-BC47A9957821}" dt="2025-06-27T08:41:10.355" v="49" actId="20577"/>
        <pc:sldMkLst>
          <pc:docMk/>
          <pc:sldMk cId="4180823714" sldId="305"/>
        </pc:sldMkLst>
        <pc:spChg chg="mod">
          <ac:chgData name="Spada, Riccardo" userId="994b86d3-29b4-4300-9fb1-4380a0094f38" providerId="ADAL" clId="{1E0EC1DE-75EF-4A5A-A3BC-BC47A9957821}" dt="2025-06-27T08:41:10.355" v="49" actId="20577"/>
          <ac:spMkLst>
            <pc:docMk/>
            <pc:sldMk cId="4180823714" sldId="305"/>
            <ac:spMk id="4" creationId="{00000000-0000-0000-0000-000000000000}"/>
          </ac:spMkLst>
        </pc:spChg>
      </pc:sldChg>
      <pc:sldChg chg="modSp mod modCm">
        <pc:chgData name="Spada, Riccardo" userId="994b86d3-29b4-4300-9fb1-4380a0094f38" providerId="ADAL" clId="{1E0EC1DE-75EF-4A5A-A3BC-BC47A9957821}" dt="2025-07-01T09:34:25.767" v="137" actId="20577"/>
        <pc:sldMkLst>
          <pc:docMk/>
          <pc:sldMk cId="1203836245" sldId="306"/>
        </pc:sldMkLst>
        <pc:spChg chg="mod">
          <ac:chgData name="Spada, Riccardo" userId="994b86d3-29b4-4300-9fb1-4380a0094f38" providerId="ADAL" clId="{1E0EC1DE-75EF-4A5A-A3BC-BC47A9957821}" dt="2025-06-27T08:41:16.199" v="50" actId="20577"/>
          <ac:spMkLst>
            <pc:docMk/>
            <pc:sldMk cId="1203836245" sldId="306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1T09:34:25.767" v="137" actId="20577"/>
          <ac:spMkLst>
            <pc:docMk/>
            <pc:sldMk cId="1203836245" sldId="306"/>
            <ac:spMk id="6" creationId="{C5133CB7-FF6A-952B-4CA1-D1CFBA5B87C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pada, Riccardo" userId="994b86d3-29b4-4300-9fb1-4380a0094f38" providerId="ADAL" clId="{1E0EC1DE-75EF-4A5A-A3BC-BC47A9957821}" dt="2025-07-01T09:34:25.767" v="137" actId="20577"/>
              <pc2:cmMkLst xmlns:pc2="http://schemas.microsoft.com/office/powerpoint/2019/9/main/command">
                <pc:docMk/>
                <pc:sldMk cId="1203836245" sldId="306"/>
                <pc2:cmMk id="{F9455F92-C691-46B5-AD69-45310D5CBE90}"/>
              </pc2:cmMkLst>
            </pc226:cmChg>
          </p:ext>
        </pc:extLst>
      </pc:sldChg>
      <pc:sldChg chg="modSp mod">
        <pc:chgData name="Spada, Riccardo" userId="994b86d3-29b4-4300-9fb1-4380a0094f38" providerId="ADAL" clId="{1E0EC1DE-75EF-4A5A-A3BC-BC47A9957821}" dt="2025-07-03T20:00:40.928" v="1240" actId="20577"/>
        <pc:sldMkLst>
          <pc:docMk/>
          <pc:sldMk cId="1956084302" sldId="307"/>
        </pc:sldMkLst>
        <pc:spChg chg="mod">
          <ac:chgData name="Spada, Riccardo" userId="994b86d3-29b4-4300-9fb1-4380a0094f38" providerId="ADAL" clId="{1E0EC1DE-75EF-4A5A-A3BC-BC47A9957821}" dt="2025-07-03T16:45:22.564" v="813" actId="20577"/>
          <ac:spMkLst>
            <pc:docMk/>
            <pc:sldMk cId="1956084302" sldId="307"/>
            <ac:spMk id="4" creationId="{00000000-0000-0000-0000-000000000000}"/>
          </ac:spMkLst>
        </pc:spChg>
        <pc:spChg chg="mod">
          <ac:chgData name="Spada, Riccardo" userId="994b86d3-29b4-4300-9fb1-4380a0094f38" providerId="ADAL" clId="{1E0EC1DE-75EF-4A5A-A3BC-BC47A9957821}" dt="2025-07-03T20:00:40.928" v="1240" actId="20577"/>
          <ac:spMkLst>
            <pc:docMk/>
            <pc:sldMk cId="1956084302" sldId="307"/>
            <ac:spMk id="5" creationId="{10C01E8F-2B7A-B9E0-B132-2BFDB1196EA6}"/>
          </ac:spMkLst>
        </pc:spChg>
      </pc:sldChg>
      <pc:sldChg chg="modSp add mod">
        <pc:chgData name="Spada, Riccardo" userId="994b86d3-29b4-4300-9fb1-4380a0094f38" providerId="ADAL" clId="{1E0EC1DE-75EF-4A5A-A3BC-BC47A9957821}" dt="2025-07-03T12:13:42.551" v="515" actId="6549"/>
        <pc:sldMkLst>
          <pc:docMk/>
          <pc:sldMk cId="1838036371" sldId="308"/>
        </pc:sldMkLst>
        <pc:spChg chg="mod">
          <ac:chgData name="Spada, Riccardo" userId="994b86d3-29b4-4300-9fb1-4380a0094f38" providerId="ADAL" clId="{1E0EC1DE-75EF-4A5A-A3BC-BC47A9957821}" dt="2025-07-01T09:06:42.438" v="111" actId="5793"/>
          <ac:spMkLst>
            <pc:docMk/>
            <pc:sldMk cId="1838036371" sldId="308"/>
            <ac:spMk id="2" creationId="{8B2A0A08-5F8C-0B94-AD15-D34C99540003}"/>
          </ac:spMkLst>
        </pc:spChg>
        <pc:spChg chg="mod">
          <ac:chgData name="Spada, Riccardo" userId="994b86d3-29b4-4300-9fb1-4380a0094f38" providerId="ADAL" clId="{1E0EC1DE-75EF-4A5A-A3BC-BC47A9957821}" dt="2025-07-03T12:13:42.551" v="515" actId="6549"/>
          <ac:spMkLst>
            <pc:docMk/>
            <pc:sldMk cId="1838036371" sldId="308"/>
            <ac:spMk id="4" creationId="{CE20C12E-661C-7277-E506-4B28C304C27E}"/>
          </ac:spMkLst>
        </pc:spChg>
      </pc:sldChg>
      <pc:sldChg chg="del">
        <pc:chgData name="Spada, Riccardo" userId="994b86d3-29b4-4300-9fb1-4380a0094f38" providerId="ADAL" clId="{1E0EC1DE-75EF-4A5A-A3BC-BC47A9957821}" dt="2025-07-03T10:17:00.342" v="352" actId="47"/>
        <pc:sldMkLst>
          <pc:docMk/>
          <pc:sldMk cId="4170644128" sldId="309"/>
        </pc:sldMkLst>
      </pc:sldChg>
      <pc:sldChg chg="modSp mod ord">
        <pc:chgData name="Spada, Riccardo" userId="994b86d3-29b4-4300-9fb1-4380a0094f38" providerId="ADAL" clId="{1E0EC1DE-75EF-4A5A-A3BC-BC47A9957821}" dt="2025-07-03T12:10:27.484" v="477" actId="20577"/>
        <pc:sldMkLst>
          <pc:docMk/>
          <pc:sldMk cId="1532973232" sldId="310"/>
        </pc:sldMkLst>
        <pc:spChg chg="mod">
          <ac:chgData name="Spada, Riccardo" userId="994b86d3-29b4-4300-9fb1-4380a0094f38" providerId="ADAL" clId="{1E0EC1DE-75EF-4A5A-A3BC-BC47A9957821}" dt="2025-07-03T12:10:27.484" v="477" actId="20577"/>
          <ac:spMkLst>
            <pc:docMk/>
            <pc:sldMk cId="1532973232" sldId="310"/>
            <ac:spMk id="7" creationId="{3E429A80-D16A-A2D1-6ADA-DFD374700AB0}"/>
          </ac:spMkLst>
        </pc:spChg>
      </pc:sldChg>
      <pc:sldChg chg="modSp mod">
        <pc:chgData name="Spada, Riccardo" userId="994b86d3-29b4-4300-9fb1-4380a0094f38" providerId="ADAL" clId="{1E0EC1DE-75EF-4A5A-A3BC-BC47A9957821}" dt="2025-07-03T12:04:17.373" v="426" actId="255"/>
        <pc:sldMkLst>
          <pc:docMk/>
          <pc:sldMk cId="2465128109" sldId="311"/>
        </pc:sldMkLst>
        <pc:spChg chg="mod">
          <ac:chgData name="Spada, Riccardo" userId="994b86d3-29b4-4300-9fb1-4380a0094f38" providerId="ADAL" clId="{1E0EC1DE-75EF-4A5A-A3BC-BC47A9957821}" dt="2025-07-03T12:04:17.373" v="426" actId="255"/>
          <ac:spMkLst>
            <pc:docMk/>
            <pc:sldMk cId="2465128109" sldId="311"/>
            <ac:spMk id="8" creationId="{3D37D07A-D965-ADDB-D4CD-5F18BC845764}"/>
          </ac:spMkLst>
        </pc:spChg>
      </pc:sldChg>
      <pc:sldChg chg="modSp mod">
        <pc:chgData name="Spada, Riccardo" userId="994b86d3-29b4-4300-9fb1-4380a0094f38" providerId="ADAL" clId="{1E0EC1DE-75EF-4A5A-A3BC-BC47A9957821}" dt="2025-07-03T19:52:37.032" v="971" actId="113"/>
        <pc:sldMkLst>
          <pc:docMk/>
          <pc:sldMk cId="1254511894" sldId="313"/>
        </pc:sldMkLst>
        <pc:spChg chg="mod">
          <ac:chgData name="Spada, Riccardo" userId="994b86d3-29b4-4300-9fb1-4380a0094f38" providerId="ADAL" clId="{1E0EC1DE-75EF-4A5A-A3BC-BC47A9957821}" dt="2025-07-03T19:52:37.032" v="971" actId="113"/>
          <ac:spMkLst>
            <pc:docMk/>
            <pc:sldMk cId="1254511894" sldId="313"/>
            <ac:spMk id="2" creationId="{83D62D1A-3848-940F-0E53-343B74C5D432}"/>
          </ac:spMkLst>
        </pc:spChg>
      </pc:sldChg>
      <pc:sldChg chg="modSp mod">
        <pc:chgData name="Spada, Riccardo" userId="994b86d3-29b4-4300-9fb1-4380a0094f38" providerId="ADAL" clId="{1E0EC1DE-75EF-4A5A-A3BC-BC47A9957821}" dt="2025-07-03T15:11:05.051" v="653" actId="20577"/>
        <pc:sldMkLst>
          <pc:docMk/>
          <pc:sldMk cId="2834176400" sldId="314"/>
        </pc:sldMkLst>
        <pc:spChg chg="mod">
          <ac:chgData name="Spada, Riccardo" userId="994b86d3-29b4-4300-9fb1-4380a0094f38" providerId="ADAL" clId="{1E0EC1DE-75EF-4A5A-A3BC-BC47A9957821}" dt="2025-07-03T15:11:05.051" v="653" actId="20577"/>
          <ac:spMkLst>
            <pc:docMk/>
            <pc:sldMk cId="2834176400" sldId="314"/>
            <ac:spMk id="11" creationId="{0B3C084B-A9BE-16BD-7AFD-F53D85C63EE2}"/>
          </ac:spMkLst>
        </pc:spChg>
      </pc:sldChg>
      <pc:sldChg chg="modSp add mod ord">
        <pc:chgData name="Spada, Riccardo" userId="994b86d3-29b4-4300-9fb1-4380a0094f38" providerId="ADAL" clId="{1E0EC1DE-75EF-4A5A-A3BC-BC47A9957821}" dt="2025-07-03T20:01:52.935" v="1262" actId="113"/>
        <pc:sldMkLst>
          <pc:docMk/>
          <pc:sldMk cId="312692979" sldId="315"/>
        </pc:sldMkLst>
        <pc:spChg chg="mod">
          <ac:chgData name="Spada, Riccardo" userId="994b86d3-29b4-4300-9fb1-4380a0094f38" providerId="ADAL" clId="{1E0EC1DE-75EF-4A5A-A3BC-BC47A9957821}" dt="2025-07-03T20:01:52.935" v="1262" actId="113"/>
          <ac:spMkLst>
            <pc:docMk/>
            <pc:sldMk cId="312692979" sldId="315"/>
            <ac:spMk id="7" creationId="{2BA18AC5-766A-B558-9909-7C89C9E7DB66}"/>
          </ac:spMkLst>
        </pc:spChg>
      </pc:sldChg>
      <pc:sldChg chg="modSp add mod ord">
        <pc:chgData name="Spada, Riccardo" userId="994b86d3-29b4-4300-9fb1-4380a0094f38" providerId="ADAL" clId="{1E0EC1DE-75EF-4A5A-A3BC-BC47A9957821}" dt="2025-07-03T15:45:38.504" v="773" actId="20577"/>
        <pc:sldMkLst>
          <pc:docMk/>
          <pc:sldMk cId="2212859027" sldId="316"/>
        </pc:sldMkLst>
        <pc:spChg chg="mod">
          <ac:chgData name="Spada, Riccardo" userId="994b86d3-29b4-4300-9fb1-4380a0094f38" providerId="ADAL" clId="{1E0EC1DE-75EF-4A5A-A3BC-BC47A9957821}" dt="2025-07-03T15:45:38.504" v="773" actId="20577"/>
          <ac:spMkLst>
            <pc:docMk/>
            <pc:sldMk cId="2212859027" sldId="316"/>
            <ac:spMk id="2" creationId="{E42C31B8-C181-C786-7581-52C2A9CC7D26}"/>
          </ac:spMkLst>
        </pc:spChg>
        <pc:spChg chg="mod">
          <ac:chgData name="Spada, Riccardo" userId="994b86d3-29b4-4300-9fb1-4380a0094f38" providerId="ADAL" clId="{1E0EC1DE-75EF-4A5A-A3BC-BC47A9957821}" dt="2025-07-03T15:45:33.550" v="772" actId="120"/>
          <ac:spMkLst>
            <pc:docMk/>
            <pc:sldMk cId="2212859027" sldId="316"/>
            <ac:spMk id="3" creationId="{B923B65B-ECAE-D827-BBD4-A8CEAA3EF34B}"/>
          </ac:spMkLst>
        </pc:spChg>
      </pc:sldChg>
      <pc:sldChg chg="addSp delSp modSp add mod">
        <pc:chgData name="Spada, Riccardo" userId="994b86d3-29b4-4300-9fb1-4380a0094f38" providerId="ADAL" clId="{1E0EC1DE-75EF-4A5A-A3BC-BC47A9957821}" dt="2025-07-03T19:58:08.551" v="1175" actId="1076"/>
        <pc:sldMkLst>
          <pc:docMk/>
          <pc:sldMk cId="2081880403" sldId="317"/>
        </pc:sldMkLst>
        <pc:spChg chg="mod">
          <ac:chgData name="Spada, Riccardo" userId="994b86d3-29b4-4300-9fb1-4380a0094f38" providerId="ADAL" clId="{1E0EC1DE-75EF-4A5A-A3BC-BC47A9957821}" dt="2025-07-03T19:57:15.410" v="1169" actId="20577"/>
          <ac:spMkLst>
            <pc:docMk/>
            <pc:sldMk cId="2081880403" sldId="317"/>
            <ac:spMk id="7" creationId="{54E7525D-9442-0924-DEEF-B92D63F25FA6}"/>
          </ac:spMkLst>
        </pc:spChg>
        <pc:spChg chg="add mod">
          <ac:chgData name="Spada, Riccardo" userId="994b86d3-29b4-4300-9fb1-4380a0094f38" providerId="ADAL" clId="{1E0EC1DE-75EF-4A5A-A3BC-BC47A9957821}" dt="2025-07-03T19:58:08.551" v="1175" actId="1076"/>
          <ac:spMkLst>
            <pc:docMk/>
            <pc:sldMk cId="2081880403" sldId="317"/>
            <ac:spMk id="12" creationId="{D6F36762-3BCC-2EF3-C075-8085848AFCC3}"/>
          </ac:spMkLst>
        </pc:spChg>
        <pc:picChg chg="add del mod">
          <ac:chgData name="Spada, Riccardo" userId="994b86d3-29b4-4300-9fb1-4380a0094f38" providerId="ADAL" clId="{1E0EC1DE-75EF-4A5A-A3BC-BC47A9957821}" dt="2025-07-03T15:32:02.430" v="745" actId="478"/>
          <ac:picMkLst>
            <pc:docMk/>
            <pc:sldMk cId="2081880403" sldId="317"/>
            <ac:picMk id="6" creationId="{C13C8690-A0A4-D70E-D4C1-774E78BE5E58}"/>
          </ac:picMkLst>
        </pc:picChg>
        <pc:picChg chg="add del mod">
          <ac:chgData name="Spada, Riccardo" userId="994b86d3-29b4-4300-9fb1-4380a0094f38" providerId="ADAL" clId="{1E0EC1DE-75EF-4A5A-A3BC-BC47A9957821}" dt="2025-07-03T15:39:40.704" v="750" actId="478"/>
          <ac:picMkLst>
            <pc:docMk/>
            <pc:sldMk cId="2081880403" sldId="317"/>
            <ac:picMk id="9" creationId="{D5670E09-6319-5D09-30EB-8B9B17660F5F}"/>
          </ac:picMkLst>
        </pc:picChg>
        <pc:picChg chg="add mod">
          <ac:chgData name="Spada, Riccardo" userId="994b86d3-29b4-4300-9fb1-4380a0094f38" providerId="ADAL" clId="{1E0EC1DE-75EF-4A5A-A3BC-BC47A9957821}" dt="2025-07-03T19:58:05.706" v="1174" actId="1076"/>
          <ac:picMkLst>
            <pc:docMk/>
            <pc:sldMk cId="2081880403" sldId="317"/>
            <ac:picMk id="11" creationId="{BEB78ED4-F98D-CC30-0F25-1D7069561BCF}"/>
          </ac:picMkLst>
        </pc:picChg>
      </pc:sldChg>
      <pc:sldChg chg="delSp modSp add mod modNotesTx">
        <pc:chgData name="Spada, Riccardo" userId="994b86d3-29b4-4300-9fb1-4380a0094f38" providerId="ADAL" clId="{1E0EC1DE-75EF-4A5A-A3BC-BC47A9957821}" dt="2025-07-03T19:54:39.964" v="983" actId="20577"/>
        <pc:sldMkLst>
          <pc:docMk/>
          <pc:sldMk cId="3793802921" sldId="318"/>
        </pc:sldMkLst>
        <pc:spChg chg="mod">
          <ac:chgData name="Spada, Riccardo" userId="994b86d3-29b4-4300-9fb1-4380a0094f38" providerId="ADAL" clId="{1E0EC1DE-75EF-4A5A-A3BC-BC47A9957821}" dt="2025-07-03T17:28:19.871" v="908" actId="14100"/>
          <ac:spMkLst>
            <pc:docMk/>
            <pc:sldMk cId="3793802921" sldId="318"/>
            <ac:spMk id="2" creationId="{E11C2863-0BD9-0BC3-F66A-D5D05B5F6A85}"/>
          </ac:spMkLst>
        </pc:spChg>
        <pc:spChg chg="mod">
          <ac:chgData name="Spada, Riccardo" userId="994b86d3-29b4-4300-9fb1-4380a0094f38" providerId="ADAL" clId="{1E0EC1DE-75EF-4A5A-A3BC-BC47A9957821}" dt="2025-07-03T19:54:39.964" v="983" actId="20577"/>
          <ac:spMkLst>
            <pc:docMk/>
            <pc:sldMk cId="3793802921" sldId="318"/>
            <ac:spMk id="5" creationId="{4FFD3AB9-06B8-227B-FFFC-F82AA93E559E}"/>
          </ac:spMkLst>
        </pc:spChg>
        <pc:spChg chg="mod">
          <ac:chgData name="Spada, Riccardo" userId="994b86d3-29b4-4300-9fb1-4380a0094f38" providerId="ADAL" clId="{1E0EC1DE-75EF-4A5A-A3BC-BC47A9957821}" dt="2025-07-03T17:28:01.766" v="907" actId="14100"/>
          <ac:spMkLst>
            <pc:docMk/>
            <pc:sldMk cId="3793802921" sldId="318"/>
            <ac:spMk id="6" creationId="{EBCEEF9D-9ABD-5B8D-5C39-847FABC9E05F}"/>
          </ac:spMkLst>
        </pc:spChg>
        <pc:spChg chg="del">
          <ac:chgData name="Spada, Riccardo" userId="994b86d3-29b4-4300-9fb1-4380a0094f38" providerId="ADAL" clId="{1E0EC1DE-75EF-4A5A-A3BC-BC47A9957821}" dt="2025-07-03T17:26:31.160" v="891" actId="478"/>
          <ac:spMkLst>
            <pc:docMk/>
            <pc:sldMk cId="3793802921" sldId="318"/>
            <ac:spMk id="9" creationId="{FC69E2EF-87D7-9B94-A572-043881A39160}"/>
          </ac:spMkLst>
        </pc:spChg>
        <pc:spChg chg="del mod">
          <ac:chgData name="Spada, Riccardo" userId="994b86d3-29b4-4300-9fb1-4380a0094f38" providerId="ADAL" clId="{1E0EC1DE-75EF-4A5A-A3BC-BC47A9957821}" dt="2025-07-03T17:27:19.304" v="896" actId="478"/>
          <ac:spMkLst>
            <pc:docMk/>
            <pc:sldMk cId="3793802921" sldId="318"/>
            <ac:spMk id="11" creationId="{01BFA321-9A71-C29C-325B-6445F03DCE5C}"/>
          </ac:spMkLst>
        </pc:spChg>
      </pc:sldChg>
    </pc:docChg>
  </pc:docChgLst>
  <pc:docChgLst>
    <pc:chgData name="Spada, Riccardo" userId="994b86d3-29b4-4300-9fb1-4380a0094f38" providerId="ADAL" clId="{7F1BA135-54F7-4BAE-9468-09CDDA8DC154}"/>
    <pc:docChg chg="undo redo custSel addSld delSld modSld sldOrd modMainMaster">
      <pc:chgData name="Spada, Riccardo" userId="994b86d3-29b4-4300-9fb1-4380a0094f38" providerId="ADAL" clId="{7F1BA135-54F7-4BAE-9468-09CDDA8DC154}" dt="2025-04-09T10:55:01.480" v="1454" actId="20577"/>
      <pc:docMkLst>
        <pc:docMk/>
      </pc:docMkLst>
      <pc:sldChg chg="addSp delSp modSp mod setBg">
        <pc:chgData name="Spada, Riccardo" userId="994b86d3-29b4-4300-9fb1-4380a0094f38" providerId="ADAL" clId="{7F1BA135-54F7-4BAE-9468-09CDDA8DC154}" dt="2025-04-09T09:52:42.045" v="877" actId="478"/>
        <pc:sldMkLst>
          <pc:docMk/>
          <pc:sldMk cId="1983885521" sldId="256"/>
        </pc:sldMkLst>
      </pc:sldChg>
      <pc:sldChg chg="addSp delSp modSp mod">
        <pc:chgData name="Spada, Riccardo" userId="994b86d3-29b4-4300-9fb1-4380a0094f38" providerId="ADAL" clId="{7F1BA135-54F7-4BAE-9468-09CDDA8DC154}" dt="2025-04-09T10:36:24.459" v="1217" actId="20577"/>
        <pc:sldMkLst>
          <pc:docMk/>
          <pc:sldMk cId="483436754" sldId="259"/>
        </pc:sldMkLst>
        <pc:spChg chg="add mod">
          <ac:chgData name="Spada, Riccardo" userId="994b86d3-29b4-4300-9fb1-4380a0094f38" providerId="ADAL" clId="{7F1BA135-54F7-4BAE-9468-09CDDA8DC154}" dt="2025-04-09T10:32:11.599" v="1190" actId="20577"/>
          <ac:spMkLst>
            <pc:docMk/>
            <pc:sldMk cId="483436754" sldId="259"/>
            <ac:spMk id="2" creationId="{74705BF9-E351-B5E3-3B67-CEC6EBD5E476}"/>
          </ac:spMkLst>
        </pc:spChg>
        <pc:spChg chg="mod">
          <ac:chgData name="Spada, Riccardo" userId="994b86d3-29b4-4300-9fb1-4380a0094f38" providerId="ADAL" clId="{7F1BA135-54F7-4BAE-9468-09CDDA8DC154}" dt="2025-04-09T10:10:31.587" v="1109" actId="2711"/>
          <ac:spMkLst>
            <pc:docMk/>
            <pc:sldMk cId="483436754" sldId="259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10:36:24.459" v="1217" actId="20577"/>
          <ac:spMkLst>
            <pc:docMk/>
            <pc:sldMk cId="483436754" sldId="259"/>
            <ac:spMk id="10" creationId="{752A316C-9AAC-F36E-AF10-BFC180E71239}"/>
          </ac:spMkLst>
        </pc:spChg>
        <pc:picChg chg="add mod">
          <ac:chgData name="Spada, Riccardo" userId="994b86d3-29b4-4300-9fb1-4380a0094f38" providerId="ADAL" clId="{7F1BA135-54F7-4BAE-9468-09CDDA8DC154}" dt="2025-04-09T10:32:20.257" v="1191" actId="1076"/>
          <ac:picMkLst>
            <pc:docMk/>
            <pc:sldMk cId="483436754" sldId="259"/>
            <ac:picMk id="7" creationId="{F56A81CD-261D-905B-3D13-93483B89F4F8}"/>
          </ac:picMkLst>
        </pc:picChg>
        <pc:picChg chg="add mod">
          <ac:chgData name="Spada, Riccardo" userId="994b86d3-29b4-4300-9fb1-4380a0094f38" providerId="ADAL" clId="{7F1BA135-54F7-4BAE-9468-09CDDA8DC154}" dt="2025-04-09T10:35:14.998" v="1196" actId="1076"/>
          <ac:picMkLst>
            <pc:docMk/>
            <pc:sldMk cId="483436754" sldId="259"/>
            <ac:picMk id="9" creationId="{7F0CE557-E54E-7E62-8E70-86C3A5E5FF5A}"/>
          </ac:picMkLst>
        </pc:picChg>
      </pc:sldChg>
      <pc:sldChg chg="modSp mod">
        <pc:chgData name="Spada, Riccardo" userId="994b86d3-29b4-4300-9fb1-4380a0094f38" providerId="ADAL" clId="{7F1BA135-54F7-4BAE-9468-09CDDA8DC154}" dt="2025-04-09T09:52:59.270" v="878" actId="1076"/>
        <pc:sldMkLst>
          <pc:docMk/>
          <pc:sldMk cId="2367016649" sldId="271"/>
        </pc:sldMkLst>
      </pc:sldChg>
      <pc:sldChg chg="modSp mod">
        <pc:chgData name="Spada, Riccardo" userId="994b86d3-29b4-4300-9fb1-4380a0094f38" providerId="ADAL" clId="{7F1BA135-54F7-4BAE-9468-09CDDA8DC154}" dt="2025-04-09T10:41:18.115" v="1271" actId="20577"/>
        <pc:sldMkLst>
          <pc:docMk/>
          <pc:sldMk cId="1508745643" sldId="272"/>
        </pc:sldMkLst>
      </pc:sldChg>
      <pc:sldChg chg="addSp modSp mod">
        <pc:chgData name="Spada, Riccardo" userId="994b86d3-29b4-4300-9fb1-4380a0094f38" providerId="ADAL" clId="{7F1BA135-54F7-4BAE-9468-09CDDA8DC154}" dt="2025-04-08T13:07:41.722" v="482" actId="113"/>
        <pc:sldMkLst>
          <pc:docMk/>
          <pc:sldMk cId="881864674" sldId="273"/>
        </pc:sldMkLst>
        <pc:spChg chg="add mod">
          <ac:chgData name="Spada, Riccardo" userId="994b86d3-29b4-4300-9fb1-4380a0094f38" providerId="ADAL" clId="{7F1BA135-54F7-4BAE-9468-09CDDA8DC154}" dt="2025-04-08T13:07:41.722" v="482" actId="113"/>
          <ac:spMkLst>
            <pc:docMk/>
            <pc:sldMk cId="881864674" sldId="273"/>
            <ac:spMk id="2" creationId="{059DE786-B500-BF47-3E2C-B70587D0EF50}"/>
          </ac:spMkLst>
        </pc:spChg>
        <pc:spChg chg="mod">
          <ac:chgData name="Spada, Riccardo" userId="994b86d3-29b4-4300-9fb1-4380a0094f38" providerId="ADAL" clId="{7F1BA135-54F7-4BAE-9468-09CDDA8DC154}" dt="2025-04-08T13:04:46.306" v="442" actId="2711"/>
          <ac:spMkLst>
            <pc:docMk/>
            <pc:sldMk cId="881864674" sldId="273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07:39.209" v="481" actId="113"/>
          <ac:spMkLst>
            <pc:docMk/>
            <pc:sldMk cId="881864674" sldId="273"/>
            <ac:spMk id="5" creationId="{00000000-0000-0000-0000-000000000000}"/>
          </ac:spMkLst>
        </pc:spChg>
      </pc:sldChg>
      <pc:sldChg chg="addSp delSp modSp mod">
        <pc:chgData name="Spada, Riccardo" userId="994b86d3-29b4-4300-9fb1-4380a0094f38" providerId="ADAL" clId="{7F1BA135-54F7-4BAE-9468-09CDDA8DC154}" dt="2025-04-08T13:49:44.990" v="666" actId="14100"/>
        <pc:sldMkLst>
          <pc:docMk/>
          <pc:sldMk cId="3783670021" sldId="274"/>
        </pc:sldMkLst>
        <pc:spChg chg="mod">
          <ac:chgData name="Spada, Riccardo" userId="994b86d3-29b4-4300-9fb1-4380a0094f38" providerId="ADAL" clId="{7F1BA135-54F7-4BAE-9468-09CDDA8DC154}" dt="2025-04-08T13:48:50.818" v="657" actId="21"/>
          <ac:spMkLst>
            <pc:docMk/>
            <pc:sldMk cId="3783670021" sldId="274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5:00.771" v="446" actId="2711"/>
          <ac:spMkLst>
            <pc:docMk/>
            <pc:sldMk cId="3783670021" sldId="274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49:03.480" v="662" actId="21"/>
          <ac:spMkLst>
            <pc:docMk/>
            <pc:sldMk cId="3783670021" sldId="274"/>
            <ac:spMk id="6" creationId="{CB354968-81E4-735A-E27C-C31E12ED0F80}"/>
          </ac:spMkLst>
        </pc:spChg>
        <pc:spChg chg="mod">
          <ac:chgData name="Spada, Riccardo" userId="994b86d3-29b4-4300-9fb1-4380a0094f38" providerId="ADAL" clId="{7F1BA135-54F7-4BAE-9468-09CDDA8DC154}" dt="2025-04-08T13:05:17.144" v="448" actId="1076"/>
          <ac:spMkLst>
            <pc:docMk/>
            <pc:sldMk cId="3783670021" sldId="274"/>
            <ac:spMk id="7" creationId="{BCB01697-0B49-7224-66AD-AC6E0E170316}"/>
          </ac:spMkLst>
        </pc:spChg>
        <pc:spChg chg="mod">
          <ac:chgData name="Spada, Riccardo" userId="994b86d3-29b4-4300-9fb1-4380a0094f38" providerId="ADAL" clId="{7F1BA135-54F7-4BAE-9468-09CDDA8DC154}" dt="2025-04-08T13:05:31.308" v="450" actId="2711"/>
          <ac:spMkLst>
            <pc:docMk/>
            <pc:sldMk cId="3783670021" sldId="274"/>
            <ac:spMk id="8" creationId="{E3955088-5A7A-176F-AB2D-CF1219FF4AE4}"/>
          </ac:spMkLst>
        </pc:spChg>
        <pc:spChg chg="add mod">
          <ac:chgData name="Spada, Riccardo" userId="994b86d3-29b4-4300-9fb1-4380a0094f38" providerId="ADAL" clId="{7F1BA135-54F7-4BAE-9468-09CDDA8DC154}" dt="2025-04-08T13:49:00.768" v="661" actId="1076"/>
          <ac:spMkLst>
            <pc:docMk/>
            <pc:sldMk cId="3783670021" sldId="274"/>
            <ac:spMk id="9" creationId="{C62F1C80-7D91-5852-19EB-360A187F9AE2}"/>
          </ac:spMkLst>
        </pc:spChg>
        <pc:spChg chg="add mod">
          <ac:chgData name="Spada, Riccardo" userId="994b86d3-29b4-4300-9fb1-4380a0094f38" providerId="ADAL" clId="{7F1BA135-54F7-4BAE-9468-09CDDA8DC154}" dt="2025-04-08T13:49:44.990" v="666" actId="14100"/>
          <ac:spMkLst>
            <pc:docMk/>
            <pc:sldMk cId="3783670021" sldId="274"/>
            <ac:spMk id="11" creationId="{E343F764-BCC3-880B-B20F-537CE00AF62B}"/>
          </ac:spMkLst>
        </pc:spChg>
      </pc:sldChg>
      <pc:sldChg chg="addSp delSp modSp mod">
        <pc:chgData name="Spada, Riccardo" userId="994b86d3-29b4-4300-9fb1-4380a0094f38" providerId="ADAL" clId="{7F1BA135-54F7-4BAE-9468-09CDDA8DC154}" dt="2025-04-09T10:51:43.803" v="1415" actId="20577"/>
        <pc:sldMkLst>
          <pc:docMk/>
          <pc:sldMk cId="4008820238" sldId="276"/>
        </pc:sldMkLst>
        <pc:spChg chg="mod">
          <ac:chgData name="Spada, Riccardo" userId="994b86d3-29b4-4300-9fb1-4380a0094f38" providerId="ADAL" clId="{7F1BA135-54F7-4BAE-9468-09CDDA8DC154}" dt="2025-04-09T10:51:43.803" v="1415" actId="20577"/>
          <ac:spMkLst>
            <pc:docMk/>
            <pc:sldMk cId="4008820238" sldId="276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8:17.363" v="485" actId="2711"/>
          <ac:spMkLst>
            <pc:docMk/>
            <pc:sldMk cId="4008820238" sldId="276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8T13:08:35.535" v="487" actId="2711"/>
          <ac:spMkLst>
            <pc:docMk/>
            <pc:sldMk cId="4008820238" sldId="276"/>
            <ac:spMk id="5" creationId="{66BC60E4-8027-4542-D3D5-1E509FFBB0E5}"/>
          </ac:spMkLst>
        </pc:spChg>
        <pc:spChg chg="add mod">
          <ac:chgData name="Spada, Riccardo" userId="994b86d3-29b4-4300-9fb1-4380a0094f38" providerId="ADAL" clId="{7F1BA135-54F7-4BAE-9468-09CDDA8DC154}" dt="2025-04-08T13:07:59.692" v="483"/>
          <ac:spMkLst>
            <pc:docMk/>
            <pc:sldMk cId="4008820238" sldId="276"/>
            <ac:spMk id="6" creationId="{782D7AF9-988E-C00E-24B6-F8A43079B524}"/>
          </ac:spMkLst>
        </pc:spChg>
      </pc:sldChg>
      <pc:sldChg chg="addSp delSp modSp mod ord">
        <pc:chgData name="Spada, Riccardo" userId="994b86d3-29b4-4300-9fb1-4380a0094f38" providerId="ADAL" clId="{7F1BA135-54F7-4BAE-9468-09CDDA8DC154}" dt="2025-04-08T13:09:59.335" v="500" actId="113"/>
        <pc:sldMkLst>
          <pc:docMk/>
          <pc:sldMk cId="3411532578" sldId="277"/>
        </pc:sldMkLst>
        <pc:spChg chg="mod">
          <ac:chgData name="Spada, Riccardo" userId="994b86d3-29b4-4300-9fb1-4380a0094f38" providerId="ADAL" clId="{7F1BA135-54F7-4BAE-9468-09CDDA8DC154}" dt="2025-04-08T13:09:59.335" v="500" actId="113"/>
          <ac:spMkLst>
            <pc:docMk/>
            <pc:sldMk cId="3411532578" sldId="277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09:27.472" v="496" actId="2711"/>
          <ac:spMkLst>
            <pc:docMk/>
            <pc:sldMk cId="3411532578" sldId="27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8T13:09:17.728" v="495"/>
          <ac:spMkLst>
            <pc:docMk/>
            <pc:sldMk cId="3411532578" sldId="277"/>
            <ac:spMk id="7" creationId="{98649E2F-7031-8B2B-1158-9D51BC363438}"/>
          </ac:spMkLst>
        </pc:spChg>
      </pc:sldChg>
      <pc:sldChg chg="addSp modSp mod">
        <pc:chgData name="Spada, Riccardo" userId="994b86d3-29b4-4300-9fb1-4380a0094f38" providerId="ADAL" clId="{7F1BA135-54F7-4BAE-9468-09CDDA8DC154}" dt="2025-04-09T10:43:02.336" v="1288" actId="20577"/>
        <pc:sldMkLst>
          <pc:docMk/>
          <pc:sldMk cId="3579610733" sldId="278"/>
        </pc:sldMkLst>
        <pc:spChg chg="mod">
          <ac:chgData name="Spada, Riccardo" userId="994b86d3-29b4-4300-9fb1-4380a0094f38" providerId="ADAL" clId="{7F1BA135-54F7-4BAE-9468-09CDDA8DC154}" dt="2025-04-09T10:43:02.336" v="1288" actId="20577"/>
          <ac:spMkLst>
            <pc:docMk/>
            <pc:sldMk cId="3579610733" sldId="278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10:29.782" v="501" actId="2711"/>
          <ac:spMkLst>
            <pc:docMk/>
            <pc:sldMk cId="3579610733" sldId="278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8T13:56:17.372" v="672" actId="1076"/>
          <ac:spMkLst>
            <pc:docMk/>
            <pc:sldMk cId="3579610733" sldId="278"/>
            <ac:spMk id="7" creationId="{BFA0F9E1-1CE9-1D16-A3E0-99ACA4B089F1}"/>
          </ac:spMkLst>
        </pc:spChg>
        <pc:graphicFrameChg chg="mod">
          <ac:chgData name="Spada, Riccardo" userId="994b86d3-29b4-4300-9fb1-4380a0094f38" providerId="ADAL" clId="{7F1BA135-54F7-4BAE-9468-09CDDA8DC154}" dt="2025-04-08T13:18:53.671" v="588" actId="14100"/>
          <ac:graphicFrameMkLst>
            <pc:docMk/>
            <pc:sldMk cId="3579610733" sldId="278"/>
            <ac:graphicFrameMk id="5" creationId="{9052D630-17F6-6487-26CA-E7C14AC8F19A}"/>
          </ac:graphicFrameMkLst>
        </pc:graphicFrameChg>
      </pc:sldChg>
      <pc:sldChg chg="del">
        <pc:chgData name="Spada, Riccardo" userId="994b86d3-29b4-4300-9fb1-4380a0094f38" providerId="ADAL" clId="{7F1BA135-54F7-4BAE-9468-09CDDA8DC154}" dt="2025-04-08T13:19:31.531" v="592" actId="2696"/>
        <pc:sldMkLst>
          <pc:docMk/>
          <pc:sldMk cId="483694880" sldId="280"/>
        </pc:sldMkLst>
      </pc:sldChg>
      <pc:sldChg chg="modSp mod ord">
        <pc:chgData name="Spada, Riccardo" userId="994b86d3-29b4-4300-9fb1-4380a0094f38" providerId="ADAL" clId="{7F1BA135-54F7-4BAE-9468-09CDDA8DC154}" dt="2025-04-09T10:11:06.894" v="1113" actId="1076"/>
        <pc:sldMkLst>
          <pc:docMk/>
          <pc:sldMk cId="1450211862" sldId="281"/>
        </pc:sldMkLst>
        <pc:spChg chg="mod">
          <ac:chgData name="Spada, Riccardo" userId="994b86d3-29b4-4300-9fb1-4380a0094f38" providerId="ADAL" clId="{7F1BA135-54F7-4BAE-9468-09CDDA8DC154}" dt="2025-04-09T10:10:49.468" v="1110" actId="2711"/>
          <ac:spMkLst>
            <pc:docMk/>
            <pc:sldMk cId="1450211862" sldId="281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19:44.863" v="593" actId="2711"/>
          <ac:spMkLst>
            <pc:docMk/>
            <pc:sldMk cId="1450211862" sldId="281"/>
            <ac:spMk id="4" creationId="{00000000-0000-0000-0000-000000000000}"/>
          </ac:spMkLst>
        </pc:spChg>
        <pc:spChg chg="mod">
          <ac:chgData name="Spada, Riccardo" userId="994b86d3-29b4-4300-9fb1-4380a0094f38" providerId="ADAL" clId="{7F1BA135-54F7-4BAE-9468-09CDDA8DC154}" dt="2025-04-09T10:11:06.894" v="1113" actId="1076"/>
          <ac:spMkLst>
            <pc:docMk/>
            <pc:sldMk cId="1450211862" sldId="281"/>
            <ac:spMk id="8" creationId="{8F2CCAC1-C2DC-7AA0-EF4D-07882DC77AA9}"/>
          </ac:spMkLst>
        </pc:spChg>
        <pc:graphicFrameChg chg="mod modGraphic">
          <ac:chgData name="Spada, Riccardo" userId="994b86d3-29b4-4300-9fb1-4380a0094f38" providerId="ADAL" clId="{7F1BA135-54F7-4BAE-9468-09CDDA8DC154}" dt="2025-04-09T10:11:02.026" v="1112" actId="14100"/>
          <ac:graphicFrameMkLst>
            <pc:docMk/>
            <pc:sldMk cId="1450211862" sldId="281"/>
            <ac:graphicFrameMk id="6" creationId="{03F8BF09-AC3C-720D-2D0D-D17D87A2D912}"/>
          </ac:graphicFrameMkLst>
        </pc:graphicFrameChg>
      </pc:sldChg>
      <pc:sldChg chg="modSp mod ord">
        <pc:chgData name="Spada, Riccardo" userId="994b86d3-29b4-4300-9fb1-4380a0094f38" providerId="ADAL" clId="{7F1BA135-54F7-4BAE-9468-09CDDA8DC154}" dt="2025-04-09T09:55:05.035" v="898" actId="14100"/>
        <pc:sldMkLst>
          <pc:docMk/>
          <pc:sldMk cId="2397598542" sldId="282"/>
        </pc:sldMkLst>
        <pc:spChg chg="mod">
          <ac:chgData name="Spada, Riccardo" userId="994b86d3-29b4-4300-9fb1-4380a0094f38" providerId="ADAL" clId="{7F1BA135-54F7-4BAE-9468-09CDDA8DC154}" dt="2025-04-08T13:21:04.949" v="599" actId="2711"/>
          <ac:spMkLst>
            <pc:docMk/>
            <pc:sldMk cId="2397598542" sldId="282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0:59.417" v="598" actId="2711"/>
          <ac:spMkLst>
            <pc:docMk/>
            <pc:sldMk cId="2397598542" sldId="282"/>
            <ac:spMk id="4" creationId="{00000000-0000-0000-0000-000000000000}"/>
          </ac:spMkLst>
        </pc:spChg>
        <pc:picChg chg="mod">
          <ac:chgData name="Spada, Riccardo" userId="994b86d3-29b4-4300-9fb1-4380a0094f38" providerId="ADAL" clId="{7F1BA135-54F7-4BAE-9468-09CDDA8DC154}" dt="2025-04-09T09:55:05.035" v="898" actId="14100"/>
          <ac:picMkLst>
            <pc:docMk/>
            <pc:sldMk cId="2397598542" sldId="282"/>
            <ac:picMk id="5" creationId="{F189C337-48AC-3845-2D88-2216D676FFC1}"/>
          </ac:picMkLst>
        </pc:picChg>
      </pc:sldChg>
      <pc:sldChg chg="modSp mod">
        <pc:chgData name="Spada, Riccardo" userId="994b86d3-29b4-4300-9fb1-4380a0094f38" providerId="ADAL" clId="{7F1BA135-54F7-4BAE-9468-09CDDA8DC154}" dt="2025-04-08T13:21:30.503" v="602" actId="2711"/>
        <pc:sldMkLst>
          <pc:docMk/>
          <pc:sldMk cId="2893514894" sldId="283"/>
        </pc:sldMkLst>
        <pc:spChg chg="mod">
          <ac:chgData name="Spada, Riccardo" userId="994b86d3-29b4-4300-9fb1-4380a0094f38" providerId="ADAL" clId="{7F1BA135-54F7-4BAE-9468-09CDDA8DC154}" dt="2025-04-08T13:21:21.236" v="601" actId="2711"/>
          <ac:spMkLst>
            <pc:docMk/>
            <pc:sldMk cId="2893514894" sldId="283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1:15.386" v="600" actId="2711"/>
          <ac:spMkLst>
            <pc:docMk/>
            <pc:sldMk cId="2893514894" sldId="283"/>
            <ac:spMk id="4" creationId="{00000000-0000-0000-0000-000000000000}"/>
          </ac:spMkLst>
        </pc:spChg>
        <pc:graphicFrameChg chg="modGraphic">
          <ac:chgData name="Spada, Riccardo" userId="994b86d3-29b4-4300-9fb1-4380a0094f38" providerId="ADAL" clId="{7F1BA135-54F7-4BAE-9468-09CDDA8DC154}" dt="2025-04-08T13:21:30.503" v="602" actId="2711"/>
          <ac:graphicFrameMkLst>
            <pc:docMk/>
            <pc:sldMk cId="2893514894" sldId="283"/>
            <ac:graphicFrameMk id="6" creationId="{677CF97A-BFCC-914C-2700-BCBA635DFD66}"/>
          </ac:graphicFrameMkLst>
        </pc:graphicFrameChg>
      </pc:sldChg>
      <pc:sldChg chg="addSp delSp modSp mod">
        <pc:chgData name="Spada, Riccardo" userId="994b86d3-29b4-4300-9fb1-4380a0094f38" providerId="ADAL" clId="{7F1BA135-54F7-4BAE-9468-09CDDA8DC154}" dt="2025-04-08T14:00:06.513" v="684" actId="1076"/>
        <pc:sldMkLst>
          <pc:docMk/>
          <pc:sldMk cId="800047213" sldId="284"/>
        </pc:sldMkLst>
        <pc:spChg chg="mod">
          <ac:chgData name="Spada, Riccardo" userId="994b86d3-29b4-4300-9fb1-4380a0094f38" providerId="ADAL" clId="{7F1BA135-54F7-4BAE-9468-09CDDA8DC154}" dt="2025-04-08T13:21:45.796" v="604" actId="2711"/>
          <ac:spMkLst>
            <pc:docMk/>
            <pc:sldMk cId="800047213" sldId="284"/>
            <ac:spMk id="2" creationId="{D0F86053-BEE1-902E-7F9D-A2E8171CD855}"/>
          </ac:spMkLst>
        </pc:spChg>
        <pc:spChg chg="mod">
          <ac:chgData name="Spada, Riccardo" userId="994b86d3-29b4-4300-9fb1-4380a0094f38" providerId="ADAL" clId="{7F1BA135-54F7-4BAE-9468-09CDDA8DC154}" dt="2025-04-08T13:21:40.814" v="603" actId="2711"/>
          <ac:spMkLst>
            <pc:docMk/>
            <pc:sldMk cId="800047213" sldId="284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7F1BA135-54F7-4BAE-9468-09CDDA8DC154}" dt="2025-04-08T14:00:06.513" v="684" actId="1076"/>
          <ac:picMkLst>
            <pc:docMk/>
            <pc:sldMk cId="800047213" sldId="284"/>
            <ac:picMk id="6" creationId="{2A91538E-2218-8FF1-FAF4-7A59424D93CF}"/>
          </ac:picMkLst>
        </pc:picChg>
      </pc:sldChg>
      <pc:sldChg chg="del">
        <pc:chgData name="Spada, Riccardo" userId="994b86d3-29b4-4300-9fb1-4380a0094f38" providerId="ADAL" clId="{7F1BA135-54F7-4BAE-9468-09CDDA8DC154}" dt="2025-04-08T12:22:04.512" v="411" actId="2696"/>
        <pc:sldMkLst>
          <pc:docMk/>
          <pc:sldMk cId="4194263272" sldId="285"/>
        </pc:sldMkLst>
      </pc:sldChg>
      <pc:sldChg chg="addSp delSp modSp mod">
        <pc:chgData name="Spada, Riccardo" userId="994b86d3-29b4-4300-9fb1-4380a0094f38" providerId="ADAL" clId="{7F1BA135-54F7-4BAE-9468-09CDDA8DC154}" dt="2025-04-09T09:58:38.507" v="922" actId="1076"/>
        <pc:sldMkLst>
          <pc:docMk/>
          <pc:sldMk cId="1962367478" sldId="286"/>
        </pc:sldMkLst>
        <pc:spChg chg="mod">
          <ac:chgData name="Spada, Riccardo" userId="994b86d3-29b4-4300-9fb1-4380a0094f38" providerId="ADAL" clId="{7F1BA135-54F7-4BAE-9468-09CDDA8DC154}" dt="2025-04-08T13:56:47.871" v="673" actId="2711"/>
          <ac:spMkLst>
            <pc:docMk/>
            <pc:sldMk cId="1962367478" sldId="286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09:58:38.507" v="922" actId="1076"/>
          <ac:spMkLst>
            <pc:docMk/>
            <pc:sldMk cId="1962367478" sldId="286"/>
            <ac:spMk id="6" creationId="{AAB1C5E6-1DC0-0260-6FBE-2369ACF2CFC1}"/>
          </ac:spMkLst>
        </pc:spChg>
        <pc:picChg chg="add mod">
          <ac:chgData name="Spada, Riccardo" userId="994b86d3-29b4-4300-9fb1-4380a0094f38" providerId="ADAL" clId="{7F1BA135-54F7-4BAE-9468-09CDDA8DC154}" dt="2025-04-09T09:57:28.871" v="905" actId="1076"/>
          <ac:picMkLst>
            <pc:docMk/>
            <pc:sldMk cId="1962367478" sldId="286"/>
            <ac:picMk id="5" creationId="{B74DCEAD-5E38-34E1-ADDF-5C1CD131F196}"/>
          </ac:picMkLst>
        </pc:picChg>
      </pc:sldChg>
      <pc:sldChg chg="addSp delSp modSp mod">
        <pc:chgData name="Spada, Riccardo" userId="994b86d3-29b4-4300-9fb1-4380a0094f38" providerId="ADAL" clId="{7F1BA135-54F7-4BAE-9468-09CDDA8DC154}" dt="2025-04-09T09:59:09.622" v="930" actId="478"/>
        <pc:sldMkLst>
          <pc:docMk/>
          <pc:sldMk cId="3969510959" sldId="287"/>
        </pc:sldMkLst>
        <pc:spChg chg="mod">
          <ac:chgData name="Spada, Riccardo" userId="994b86d3-29b4-4300-9fb1-4380a0094f38" providerId="ADAL" clId="{7F1BA135-54F7-4BAE-9468-09CDDA8DC154}" dt="2025-04-08T13:57:01.284" v="674" actId="2711"/>
          <ac:spMkLst>
            <pc:docMk/>
            <pc:sldMk cId="3969510959" sldId="287"/>
            <ac:spMk id="4" creationId="{00000000-0000-0000-0000-000000000000}"/>
          </ac:spMkLst>
        </pc:spChg>
        <pc:picChg chg="add mod">
          <ac:chgData name="Spada, Riccardo" userId="994b86d3-29b4-4300-9fb1-4380a0094f38" providerId="ADAL" clId="{7F1BA135-54F7-4BAE-9468-09CDDA8DC154}" dt="2025-04-09T09:59:06" v="928" actId="1076"/>
          <ac:picMkLst>
            <pc:docMk/>
            <pc:sldMk cId="3969510959" sldId="287"/>
            <ac:picMk id="2" creationId="{9732C419-BA49-A2EB-3294-5E96B193A74E}"/>
          </ac:picMkLst>
        </pc:picChg>
      </pc:sldChg>
      <pc:sldChg chg="addSp delSp modSp mod">
        <pc:chgData name="Spada, Riccardo" userId="994b86d3-29b4-4300-9fb1-4380a0094f38" providerId="ADAL" clId="{7F1BA135-54F7-4BAE-9468-09CDDA8DC154}" dt="2025-04-09T09:59:58.800" v="935" actId="14100"/>
        <pc:sldMkLst>
          <pc:docMk/>
          <pc:sldMk cId="279358497" sldId="288"/>
        </pc:sldMkLst>
        <pc:spChg chg="mod">
          <ac:chgData name="Spada, Riccardo" userId="994b86d3-29b4-4300-9fb1-4380a0094f38" providerId="ADAL" clId="{7F1BA135-54F7-4BAE-9468-09CDDA8DC154}" dt="2025-04-08T13:57:09.448" v="675" actId="2711"/>
          <ac:spMkLst>
            <pc:docMk/>
            <pc:sldMk cId="279358497" sldId="288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F1BA135-54F7-4BAE-9468-09CDDA8DC154}" dt="2025-04-09T09:59:49.103" v="932"/>
          <ac:spMkLst>
            <pc:docMk/>
            <pc:sldMk cId="279358497" sldId="288"/>
            <ac:spMk id="5" creationId="{C585C25E-B418-9C2A-7C53-B87FF202AC04}"/>
          </ac:spMkLst>
        </pc:spChg>
        <pc:picChg chg="add mod">
          <ac:chgData name="Spada, Riccardo" userId="994b86d3-29b4-4300-9fb1-4380a0094f38" providerId="ADAL" clId="{7F1BA135-54F7-4BAE-9468-09CDDA8DC154}" dt="2025-04-09T09:59:58.800" v="935" actId="14100"/>
          <ac:picMkLst>
            <pc:docMk/>
            <pc:sldMk cId="279358497" sldId="288"/>
            <ac:picMk id="6" creationId="{452294B7-7FAC-1955-F16B-52FAD0C14267}"/>
          </ac:picMkLst>
        </pc:picChg>
      </pc:sldChg>
      <pc:sldChg chg="modSp mod modNotesTx">
        <pc:chgData name="Spada, Riccardo" userId="994b86d3-29b4-4300-9fb1-4380a0094f38" providerId="ADAL" clId="{7F1BA135-54F7-4BAE-9468-09CDDA8DC154}" dt="2025-04-09T10:20:20.938" v="1169" actId="20577"/>
        <pc:sldMkLst>
          <pc:docMk/>
          <pc:sldMk cId="1186416931" sldId="289"/>
        </pc:sldMkLst>
      </pc:sldChg>
      <pc:sldChg chg="modSp mod modNotesTx">
        <pc:chgData name="Spada, Riccardo" userId="994b86d3-29b4-4300-9fb1-4380a0094f38" providerId="ADAL" clId="{7F1BA135-54F7-4BAE-9468-09CDDA8DC154}" dt="2025-04-09T10:07:39.623" v="1108" actId="403"/>
        <pc:sldMkLst>
          <pc:docMk/>
          <pc:sldMk cId="1907823464" sldId="290"/>
        </pc:sldMkLst>
      </pc:sldChg>
      <pc:sldChg chg="modSp mod">
        <pc:chgData name="Spada, Riccardo" userId="994b86d3-29b4-4300-9fb1-4380a0094f38" providerId="ADAL" clId="{7F1BA135-54F7-4BAE-9468-09CDDA8DC154}" dt="2025-04-09T10:04:45.505" v="1089" actId="20577"/>
        <pc:sldMkLst>
          <pc:docMk/>
          <pc:sldMk cId="2052740662" sldId="291"/>
        </pc:sldMkLst>
      </pc:sldChg>
      <pc:sldChg chg="modSp mod">
        <pc:chgData name="Spada, Riccardo" userId="994b86d3-29b4-4300-9fb1-4380a0094f38" providerId="ADAL" clId="{7F1BA135-54F7-4BAE-9468-09CDDA8DC154}" dt="2025-04-09T10:05:14.477" v="1091" actId="2711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7F1BA135-54F7-4BAE-9468-09CDDA8DC154}" dt="2025-04-09T10:06:22.994" v="1100" actId="6549"/>
        <pc:sldMkLst>
          <pc:docMk/>
          <pc:sldMk cId="2153840129" sldId="293"/>
        </pc:sldMkLst>
      </pc:sldChg>
      <pc:sldChg chg="modSp mod setBg">
        <pc:chgData name="Spada, Riccardo" userId="994b86d3-29b4-4300-9fb1-4380a0094f38" providerId="ADAL" clId="{7F1BA135-54F7-4BAE-9468-09CDDA8DC154}" dt="2025-04-09T10:40:05.662" v="1257" actId="20577"/>
        <pc:sldMkLst>
          <pc:docMk/>
          <pc:sldMk cId="3893764606" sldId="294"/>
        </pc:sldMkLst>
      </pc:sldChg>
      <pc:sldChg chg="addSp delSp modSp add del mod ord">
        <pc:chgData name="Spada, Riccardo" userId="994b86d3-29b4-4300-9fb1-4380a0094f38" providerId="ADAL" clId="{7F1BA135-54F7-4BAE-9468-09CDDA8DC154}" dt="2025-04-09T10:11:34.770" v="1116" actId="1076"/>
        <pc:sldMkLst>
          <pc:docMk/>
          <pc:sldMk cId="979633562" sldId="295"/>
        </pc:sldMkLst>
        <pc:spChg chg="mod">
          <ac:chgData name="Spada, Riccardo" userId="994b86d3-29b4-4300-9fb1-4380a0094f38" providerId="ADAL" clId="{7F1BA135-54F7-4BAE-9468-09CDDA8DC154}" dt="2025-04-09T10:11:34.770" v="1116" actId="1076"/>
          <ac:spMkLst>
            <pc:docMk/>
            <pc:sldMk cId="979633562" sldId="295"/>
            <ac:spMk id="2" creationId="{D0F86053-BEE1-902E-7F9D-A2E8171CD855}"/>
          </ac:spMkLst>
        </pc:spChg>
        <pc:graphicFrameChg chg="add mod modGraphic">
          <ac:chgData name="Spada, Riccardo" userId="994b86d3-29b4-4300-9fb1-4380a0094f38" providerId="ADAL" clId="{7F1BA135-54F7-4BAE-9468-09CDDA8DC154}" dt="2025-04-08T14:17:46.925" v="767" actId="14100"/>
          <ac:graphicFrameMkLst>
            <pc:docMk/>
            <pc:sldMk cId="979633562" sldId="295"/>
            <ac:graphicFrameMk id="8" creationId="{4FD4BC58-B0A1-0D85-A076-68F427C01D85}"/>
          </ac:graphicFrameMkLst>
        </pc:graphicFrameChg>
      </pc:sldChg>
      <pc:sldChg chg="del">
        <pc:chgData name="Spada, Riccardo" userId="994b86d3-29b4-4300-9fb1-4380a0094f38" providerId="ADAL" clId="{7F1BA135-54F7-4BAE-9468-09CDDA8DC154}" dt="2025-04-08T12:16:13.974" v="383" actId="2696"/>
        <pc:sldMkLst>
          <pc:docMk/>
          <pc:sldMk cId="2738024497" sldId="295"/>
        </pc:sldMkLst>
      </pc:sldChg>
      <pc:sldChg chg="del">
        <pc:chgData name="Spada, Riccardo" userId="994b86d3-29b4-4300-9fb1-4380a0094f38" providerId="ADAL" clId="{7F1BA135-54F7-4BAE-9468-09CDDA8DC154}" dt="2025-04-08T12:16:06.215" v="382" actId="2696"/>
        <pc:sldMkLst>
          <pc:docMk/>
          <pc:sldMk cId="783624698" sldId="296"/>
        </pc:sldMkLst>
      </pc:sldChg>
      <pc:sldChg chg="addSp delSp modSp add mod">
        <pc:chgData name="Spada, Riccardo" userId="994b86d3-29b4-4300-9fb1-4380a0094f38" providerId="ADAL" clId="{7F1BA135-54F7-4BAE-9468-09CDDA8DC154}" dt="2025-04-09T10:11:45.391" v="1117" actId="2711"/>
        <pc:sldMkLst>
          <pc:docMk/>
          <pc:sldMk cId="1392077720" sldId="296"/>
        </pc:sldMkLst>
        <pc:spChg chg="mod">
          <ac:chgData name="Spada, Riccardo" userId="994b86d3-29b4-4300-9fb1-4380a0094f38" providerId="ADAL" clId="{7F1BA135-54F7-4BAE-9468-09CDDA8DC154}" dt="2025-04-09T10:11:45.391" v="1117" actId="2711"/>
          <ac:spMkLst>
            <pc:docMk/>
            <pc:sldMk cId="1392077720" sldId="296"/>
            <ac:spMk id="2" creationId="{D0F86053-BEE1-902E-7F9D-A2E8171CD855}"/>
          </ac:spMkLst>
        </pc:spChg>
        <pc:picChg chg="add mod">
          <ac:chgData name="Spada, Riccardo" userId="994b86d3-29b4-4300-9fb1-4380a0094f38" providerId="ADAL" clId="{7F1BA135-54F7-4BAE-9468-09CDDA8DC154}" dt="2025-04-08T14:19:08.061" v="822" actId="1076"/>
          <ac:picMkLst>
            <pc:docMk/>
            <pc:sldMk cId="1392077720" sldId="296"/>
            <ac:picMk id="7" creationId="{31AFE188-3F39-3CA9-7251-54A58D01E42E}"/>
          </ac:picMkLst>
        </pc:picChg>
      </pc:sldChg>
      <pc:sldChg chg="delSp modSp new mod">
        <pc:chgData name="Spada, Riccardo" userId="994b86d3-29b4-4300-9fb1-4380a0094f38" providerId="ADAL" clId="{7F1BA135-54F7-4BAE-9468-09CDDA8DC154}" dt="2025-04-09T10:54:55.905" v="1451" actId="21"/>
        <pc:sldMkLst>
          <pc:docMk/>
          <pc:sldMk cId="2078081562" sldId="297"/>
        </pc:sldMkLst>
        <pc:spChg chg="mod">
          <ac:chgData name="Spada, Riccardo" userId="994b86d3-29b4-4300-9fb1-4380a0094f38" providerId="ADAL" clId="{7F1BA135-54F7-4BAE-9468-09CDDA8DC154}" dt="2025-04-09T10:37:14.802" v="1232" actId="20577"/>
          <ac:spMkLst>
            <pc:docMk/>
            <pc:sldMk cId="2078081562" sldId="297"/>
            <ac:spMk id="2" creationId="{6AA89BE5-426B-CC1C-8BCE-5581AC0E46F3}"/>
          </ac:spMkLst>
        </pc:spChg>
        <pc:spChg chg="mod">
          <ac:chgData name="Spada, Riccardo" userId="994b86d3-29b4-4300-9fb1-4380a0094f38" providerId="ADAL" clId="{7F1BA135-54F7-4BAE-9468-09CDDA8DC154}" dt="2025-04-09T10:54:55.905" v="1451" actId="21"/>
          <ac:spMkLst>
            <pc:docMk/>
            <pc:sldMk cId="2078081562" sldId="297"/>
            <ac:spMk id="3" creationId="{46681679-24DA-42C5-2CA9-50BA536CBB67}"/>
          </ac:spMkLst>
        </pc:spChg>
      </pc:sldChg>
      <pc:sldChg chg="modSp add mod">
        <pc:chgData name="Spada, Riccardo" userId="994b86d3-29b4-4300-9fb1-4380a0094f38" providerId="ADAL" clId="{7F1BA135-54F7-4BAE-9468-09CDDA8DC154}" dt="2025-04-09T10:55:01.480" v="1454" actId="20577"/>
        <pc:sldMkLst>
          <pc:docMk/>
          <pc:sldMk cId="3493529501" sldId="298"/>
        </pc:sldMkLst>
        <pc:spChg chg="mod">
          <ac:chgData name="Spada, Riccardo" userId="994b86d3-29b4-4300-9fb1-4380a0094f38" providerId="ADAL" clId="{7F1BA135-54F7-4BAE-9468-09CDDA8DC154}" dt="2025-04-09T10:55:01.480" v="1454" actId="20577"/>
          <ac:spMkLst>
            <pc:docMk/>
            <pc:sldMk cId="3493529501" sldId="298"/>
            <ac:spMk id="3" creationId="{46681679-24DA-42C5-2CA9-50BA536CBB67}"/>
          </ac:spMkLst>
        </pc:spChg>
      </pc:sldChg>
      <pc:sldChg chg="delSp modSp add mod">
        <pc:chgData name="Spada, Riccardo" userId="994b86d3-29b4-4300-9fb1-4380a0094f38" providerId="ADAL" clId="{7F1BA135-54F7-4BAE-9468-09CDDA8DC154}" dt="2025-04-09T10:44:43.115" v="1312" actId="122"/>
        <pc:sldMkLst>
          <pc:docMk/>
          <pc:sldMk cId="768772641" sldId="299"/>
        </pc:sldMkLst>
        <pc:spChg chg="mod">
          <ac:chgData name="Spada, Riccardo" userId="994b86d3-29b4-4300-9fb1-4380a0094f38" providerId="ADAL" clId="{7F1BA135-54F7-4BAE-9468-09CDDA8DC154}" dt="2025-04-09T10:44:43.115" v="1312" actId="122"/>
          <ac:spMkLst>
            <pc:docMk/>
            <pc:sldMk cId="768772641" sldId="299"/>
            <ac:spMk id="4" creationId="{00000000-0000-0000-0000-000000000000}"/>
          </ac:spMkLst>
        </pc:spChg>
      </pc:sldChg>
      <pc:sldMasterChg chg="addSp modSp mod setBg modSldLayout">
        <pc:chgData name="Spada, Riccardo" userId="994b86d3-29b4-4300-9fb1-4380a0094f38" providerId="ADAL" clId="{7F1BA135-54F7-4BAE-9468-09CDDA8DC154}" dt="2025-04-09T09:54:28.038" v="897" actId="1076"/>
        <pc:sldMasterMkLst>
          <pc:docMk/>
          <pc:sldMasterMk cId="0" sldId="2147483648"/>
        </pc:sldMasterMkLst>
        <pc:sldLayoutChg chg="modSp mod">
          <pc:chgData name="Spada, Riccardo" userId="994b86d3-29b4-4300-9fb1-4380a0094f38" providerId="ADAL" clId="{7F1BA135-54F7-4BAE-9468-09CDDA8DC154}" dt="2025-04-09T09:54:28.038" v="897" actId="1076"/>
          <pc:sldLayoutMkLst>
            <pc:docMk/>
            <pc:sldMasterMk cId="0" sldId="2147483648"/>
            <pc:sldLayoutMk cId="2403301044" sldId="2147483667"/>
          </pc:sldLayoutMkLst>
          <pc:spChg chg="mod">
            <ac:chgData name="Spada, Riccardo" userId="994b86d3-29b4-4300-9fb1-4380a0094f38" providerId="ADAL" clId="{7F1BA135-54F7-4BAE-9468-09CDDA8DC154}" dt="2025-04-09T09:54:28.038" v="897" actId="1076"/>
            <ac:spMkLst>
              <pc:docMk/>
              <pc:sldMasterMk cId="0" sldId="2147483648"/>
              <pc:sldLayoutMk cId="2403301044" sldId="2147483667"/>
              <ac:spMk id="6" creationId="{00000000-0000-0000-0000-000000000000}"/>
            </ac:spMkLst>
          </pc:spChg>
        </pc:sldLayoutChg>
      </pc:sldMasterChg>
    </pc:docChg>
  </pc:docChgLst>
  <pc:docChgLst>
    <pc:chgData name="Dalhaus, Tobias" userId="S::tobias.dalhaus@wur.nl::217dd070-81d5-4c01-ab0b-38b7c5fdeb68" providerId="AD" clId="Web-{3021A8F3-53E8-DC3E-EAFF-A94EC06774D7}"/>
    <pc:docChg chg="mod">
      <pc:chgData name="Dalhaus, Tobias" userId="S::tobias.dalhaus@wur.nl::217dd070-81d5-4c01-ab0b-38b7c5fdeb68" providerId="AD" clId="Web-{3021A8F3-53E8-DC3E-EAFF-A94EC06774D7}" dt="2025-06-25T09:54:42.054" v="0"/>
      <pc:docMkLst>
        <pc:docMk/>
      </pc:docMkLst>
    </pc:docChg>
  </pc:docChgLst>
  <pc:docChgLst>
    <pc:chgData name="Spada, Riccardo" userId="994b86d3-29b4-4300-9fb1-4380a0094f38" providerId="ADAL" clId="{7E9CE5D7-0F45-4AE5-BFAF-73CC282E07D2}"/>
    <pc:docChg chg="undo redo custSel modSld sldOrd">
      <pc:chgData name="Spada, Riccardo" userId="994b86d3-29b4-4300-9fb1-4380a0094f38" providerId="ADAL" clId="{7E9CE5D7-0F45-4AE5-BFAF-73CC282E07D2}" dt="2025-04-10T12:22:57.831" v="61" actId="113"/>
      <pc:docMkLst>
        <pc:docMk/>
      </pc:docMkLst>
      <pc:sldChg chg="modSp mod">
        <pc:chgData name="Spada, Riccardo" userId="994b86d3-29b4-4300-9fb1-4380a0094f38" providerId="ADAL" clId="{7E9CE5D7-0F45-4AE5-BFAF-73CC282E07D2}" dt="2025-04-10T12:22:57.831" v="61" actId="113"/>
        <pc:sldMkLst>
          <pc:docMk/>
          <pc:sldMk cId="483436754" sldId="259"/>
        </pc:sldMkLst>
        <pc:spChg chg="mod">
          <ac:chgData name="Spada, Riccardo" userId="994b86d3-29b4-4300-9fb1-4380a0094f38" providerId="ADAL" clId="{7E9CE5D7-0F45-4AE5-BFAF-73CC282E07D2}" dt="2025-04-10T12:22:57.831" v="61" actId="113"/>
          <ac:spMkLst>
            <pc:docMk/>
            <pc:sldMk cId="483436754" sldId="259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09.673" v="45" actId="113"/>
        <pc:sldMkLst>
          <pc:docMk/>
          <pc:sldMk cId="2367016649" sldId="271"/>
        </pc:sldMkLst>
      </pc:sldChg>
      <pc:sldChg chg="modSp mod">
        <pc:chgData name="Spada, Riccardo" userId="994b86d3-29b4-4300-9fb1-4380a0094f38" providerId="ADAL" clId="{7E9CE5D7-0F45-4AE5-BFAF-73CC282E07D2}" dt="2025-04-10T12:22:05.815" v="44" actId="113"/>
        <pc:sldMkLst>
          <pc:docMk/>
          <pc:sldMk cId="1508745643" sldId="272"/>
        </pc:sldMkLst>
      </pc:sldChg>
      <pc:sldChg chg="modSp mod">
        <pc:chgData name="Spada, Riccardo" userId="994b86d3-29b4-4300-9fb1-4380a0094f38" providerId="ADAL" clId="{7E9CE5D7-0F45-4AE5-BFAF-73CC282E07D2}" dt="2025-04-10T12:22:13.211" v="46" actId="113"/>
        <pc:sldMkLst>
          <pc:docMk/>
          <pc:sldMk cId="881864674" sldId="273"/>
        </pc:sldMkLst>
        <pc:spChg chg="mod">
          <ac:chgData name="Spada, Riccardo" userId="994b86d3-29b4-4300-9fb1-4380a0094f38" providerId="ADAL" clId="{7E9CE5D7-0F45-4AE5-BFAF-73CC282E07D2}" dt="2025-04-10T12:22:13.211" v="46" actId="113"/>
          <ac:spMkLst>
            <pc:docMk/>
            <pc:sldMk cId="881864674" sldId="27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16.527" v="47" actId="113"/>
        <pc:sldMkLst>
          <pc:docMk/>
          <pc:sldMk cId="3783670021" sldId="274"/>
        </pc:sldMkLst>
        <pc:spChg chg="mod">
          <ac:chgData name="Spada, Riccardo" userId="994b86d3-29b4-4300-9fb1-4380a0094f38" providerId="ADAL" clId="{7E9CE5D7-0F45-4AE5-BFAF-73CC282E07D2}" dt="2025-04-10T12:22:16.527" v="47" actId="113"/>
          <ac:spMkLst>
            <pc:docMk/>
            <pc:sldMk cId="3783670021" sldId="274"/>
            <ac:spMk id="4" creationId="{00000000-0000-0000-0000-000000000000}"/>
          </ac:spMkLst>
        </pc:spChg>
      </pc:sldChg>
      <pc:sldChg chg="ord">
        <pc:chgData name="Spada, Riccardo" userId="994b86d3-29b4-4300-9fb1-4380a0094f38" providerId="ADAL" clId="{7E9CE5D7-0F45-4AE5-BFAF-73CC282E07D2}" dt="2025-04-10T12:11:39.734" v="4"/>
        <pc:sldMkLst>
          <pc:docMk/>
          <pc:sldMk cId="4008820238" sldId="276"/>
        </pc:sldMkLst>
      </pc:sldChg>
      <pc:sldChg chg="modSp mod ord">
        <pc:chgData name="Spada, Riccardo" userId="994b86d3-29b4-4300-9fb1-4380a0094f38" providerId="ADAL" clId="{7E9CE5D7-0F45-4AE5-BFAF-73CC282E07D2}" dt="2025-04-10T12:11:49.530" v="6"/>
        <pc:sldMkLst>
          <pc:docMk/>
          <pc:sldMk cId="3411532578" sldId="277"/>
        </pc:sldMkLst>
        <pc:spChg chg="mod">
          <ac:chgData name="Spada, Riccardo" userId="994b86d3-29b4-4300-9fb1-4380a0094f38" providerId="ADAL" clId="{7E9CE5D7-0F45-4AE5-BFAF-73CC282E07D2}" dt="2025-04-10T12:10:21.083" v="0" actId="1076"/>
          <ac:spMkLst>
            <pc:docMk/>
            <pc:sldMk cId="3411532578" sldId="277"/>
            <ac:spMk id="7" creationId="{98649E2F-7031-8B2B-1158-9D51BC363438}"/>
          </ac:spMkLst>
        </pc:spChg>
      </pc:sldChg>
      <pc:sldChg chg="modSp mod">
        <pc:chgData name="Spada, Riccardo" userId="994b86d3-29b4-4300-9fb1-4380a0094f38" providerId="ADAL" clId="{7E9CE5D7-0F45-4AE5-BFAF-73CC282E07D2}" dt="2025-04-10T12:22:19.907" v="48" actId="113"/>
        <pc:sldMkLst>
          <pc:docMk/>
          <pc:sldMk cId="3579610733" sldId="278"/>
        </pc:sldMkLst>
        <pc:spChg chg="mod">
          <ac:chgData name="Spada, Riccardo" userId="994b86d3-29b4-4300-9fb1-4380a0094f38" providerId="ADAL" clId="{7E9CE5D7-0F45-4AE5-BFAF-73CC282E07D2}" dt="2025-04-10T12:22:19.907" v="48" actId="113"/>
          <ac:spMkLst>
            <pc:docMk/>
            <pc:sldMk cId="3579610733" sldId="278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2.822" v="49" actId="113"/>
        <pc:sldMkLst>
          <pc:docMk/>
          <pc:sldMk cId="2397598542" sldId="282"/>
        </pc:sldMkLst>
        <pc:spChg chg="mod">
          <ac:chgData name="Spada, Riccardo" userId="994b86d3-29b4-4300-9fb1-4380a0094f38" providerId="ADAL" clId="{7E9CE5D7-0F45-4AE5-BFAF-73CC282E07D2}" dt="2025-04-10T12:22:22.822" v="49" actId="113"/>
          <ac:spMkLst>
            <pc:docMk/>
            <pc:sldMk cId="2397598542" sldId="282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6.745" v="50" actId="113"/>
        <pc:sldMkLst>
          <pc:docMk/>
          <pc:sldMk cId="2893514894" sldId="283"/>
        </pc:sldMkLst>
        <pc:spChg chg="mod">
          <ac:chgData name="Spada, Riccardo" userId="994b86d3-29b4-4300-9fb1-4380a0094f38" providerId="ADAL" clId="{7E9CE5D7-0F45-4AE5-BFAF-73CC282E07D2}" dt="2025-04-10T12:22:26.745" v="50" actId="113"/>
          <ac:spMkLst>
            <pc:docMk/>
            <pc:sldMk cId="2893514894" sldId="28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29.680" v="51" actId="113"/>
        <pc:sldMkLst>
          <pc:docMk/>
          <pc:sldMk cId="800047213" sldId="284"/>
        </pc:sldMkLst>
        <pc:spChg chg="mod">
          <ac:chgData name="Spada, Riccardo" userId="994b86d3-29b4-4300-9fb1-4380a0094f38" providerId="ADAL" clId="{7E9CE5D7-0F45-4AE5-BFAF-73CC282E07D2}" dt="2025-04-10T12:22:29.680" v="51" actId="113"/>
          <ac:spMkLst>
            <pc:docMk/>
            <pc:sldMk cId="800047213" sldId="284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7E9CE5D7-0F45-4AE5-BFAF-73CC282E07D2}" dt="2025-04-10T12:22:33.952" v="52" actId="113"/>
        <pc:sldMkLst>
          <pc:docMk/>
          <pc:sldMk cId="1962367478" sldId="286"/>
        </pc:sldMkLst>
        <pc:spChg chg="mod">
          <ac:chgData name="Spada, Riccardo" userId="994b86d3-29b4-4300-9fb1-4380a0094f38" providerId="ADAL" clId="{7E9CE5D7-0F45-4AE5-BFAF-73CC282E07D2}" dt="2025-04-10T12:22:33.952" v="52" actId="113"/>
          <ac:spMkLst>
            <pc:docMk/>
            <pc:sldMk cId="1962367478" sldId="286"/>
            <ac:spMk id="4" creationId="{00000000-0000-0000-0000-000000000000}"/>
          </ac:spMkLst>
        </pc:spChg>
      </pc:sldChg>
      <pc:sldChg chg="addSp delSp modSp mod">
        <pc:chgData name="Spada, Riccardo" userId="994b86d3-29b4-4300-9fb1-4380a0094f38" providerId="ADAL" clId="{7E9CE5D7-0F45-4AE5-BFAF-73CC282E07D2}" dt="2025-04-10T12:22:37.347" v="53" actId="113"/>
        <pc:sldMkLst>
          <pc:docMk/>
          <pc:sldMk cId="3969510959" sldId="287"/>
        </pc:sldMkLst>
        <pc:spChg chg="mod">
          <ac:chgData name="Spada, Riccardo" userId="994b86d3-29b4-4300-9fb1-4380a0094f38" providerId="ADAL" clId="{7E9CE5D7-0F45-4AE5-BFAF-73CC282E07D2}" dt="2025-04-10T12:22:37.347" v="53" actId="113"/>
          <ac:spMkLst>
            <pc:docMk/>
            <pc:sldMk cId="3969510959" sldId="28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7E9CE5D7-0F45-4AE5-BFAF-73CC282E07D2}" dt="2025-04-10T12:16:17.527" v="33" actId="1076"/>
          <ac:spMkLst>
            <pc:docMk/>
            <pc:sldMk cId="3969510959" sldId="287"/>
            <ac:spMk id="8" creationId="{DE4D986F-5253-AFB2-0442-F803C5469E96}"/>
          </ac:spMkLst>
        </pc:spChg>
        <pc:picChg chg="mod">
          <ac:chgData name="Spada, Riccardo" userId="994b86d3-29b4-4300-9fb1-4380a0094f38" providerId="ADAL" clId="{7E9CE5D7-0F45-4AE5-BFAF-73CC282E07D2}" dt="2025-04-10T12:16:21.539" v="35" actId="1076"/>
          <ac:picMkLst>
            <pc:docMk/>
            <pc:sldMk cId="3969510959" sldId="287"/>
            <ac:picMk id="2" creationId="{9732C419-BA49-A2EB-3294-5E96B193A74E}"/>
          </ac:picMkLst>
        </pc:picChg>
      </pc:sldChg>
      <pc:sldChg chg="addSp modSp mod">
        <pc:chgData name="Spada, Riccardo" userId="994b86d3-29b4-4300-9fb1-4380a0094f38" providerId="ADAL" clId="{7E9CE5D7-0F45-4AE5-BFAF-73CC282E07D2}" dt="2025-04-10T12:22:41.285" v="54" actId="113"/>
        <pc:sldMkLst>
          <pc:docMk/>
          <pc:sldMk cId="279358497" sldId="288"/>
        </pc:sldMkLst>
        <pc:spChg chg="add mod">
          <ac:chgData name="Spada, Riccardo" userId="994b86d3-29b4-4300-9fb1-4380a0094f38" providerId="ADAL" clId="{7E9CE5D7-0F45-4AE5-BFAF-73CC282E07D2}" dt="2025-04-10T12:16:36.225" v="39" actId="1076"/>
          <ac:spMkLst>
            <pc:docMk/>
            <pc:sldMk cId="279358497" sldId="288"/>
            <ac:spMk id="2" creationId="{121E81A2-EB75-694E-2BF3-8C441B0BCB96}"/>
          </ac:spMkLst>
        </pc:spChg>
        <pc:spChg chg="mod">
          <ac:chgData name="Spada, Riccardo" userId="994b86d3-29b4-4300-9fb1-4380a0094f38" providerId="ADAL" clId="{7E9CE5D7-0F45-4AE5-BFAF-73CC282E07D2}" dt="2025-04-10T12:22:41.285" v="54" actId="113"/>
          <ac:spMkLst>
            <pc:docMk/>
            <pc:sldMk cId="279358497" sldId="288"/>
            <ac:spMk id="4" creationId="{00000000-0000-0000-0000-000000000000}"/>
          </ac:spMkLst>
        </pc:spChg>
        <pc:spChg chg="mod">
          <ac:chgData name="Spada, Riccardo" userId="994b86d3-29b4-4300-9fb1-4380a0094f38" providerId="ADAL" clId="{7E9CE5D7-0F45-4AE5-BFAF-73CC282E07D2}" dt="2025-04-10T12:15:26.084" v="22" actId="404"/>
          <ac:spMkLst>
            <pc:docMk/>
            <pc:sldMk cId="279358497" sldId="288"/>
            <ac:spMk id="5" creationId="{C585C25E-B418-9C2A-7C53-B87FF202AC04}"/>
          </ac:spMkLst>
        </pc:spChg>
        <pc:picChg chg="mod">
          <ac:chgData name="Spada, Riccardo" userId="994b86d3-29b4-4300-9fb1-4380a0094f38" providerId="ADAL" clId="{7E9CE5D7-0F45-4AE5-BFAF-73CC282E07D2}" dt="2025-04-10T12:16:51.707" v="42" actId="1076"/>
          <ac:picMkLst>
            <pc:docMk/>
            <pc:sldMk cId="279358497" sldId="288"/>
            <ac:picMk id="6" creationId="{452294B7-7FAC-1955-F16B-52FAD0C14267}"/>
          </ac:picMkLst>
        </pc:picChg>
      </pc:sldChg>
      <pc:sldChg chg="modSp mod">
        <pc:chgData name="Spada, Riccardo" userId="994b86d3-29b4-4300-9fb1-4380a0094f38" providerId="ADAL" clId="{7E9CE5D7-0F45-4AE5-BFAF-73CC282E07D2}" dt="2025-04-10T12:22:44.057" v="55" actId="113"/>
        <pc:sldMkLst>
          <pc:docMk/>
          <pc:sldMk cId="1186416931" sldId="289"/>
        </pc:sldMkLst>
      </pc:sldChg>
      <pc:sldChg chg="modSp mod">
        <pc:chgData name="Spada, Riccardo" userId="994b86d3-29b4-4300-9fb1-4380a0094f38" providerId="ADAL" clId="{7E9CE5D7-0F45-4AE5-BFAF-73CC282E07D2}" dt="2025-04-10T12:22:54.183" v="59" actId="113"/>
        <pc:sldMkLst>
          <pc:docMk/>
          <pc:sldMk cId="1907823464" sldId="290"/>
        </pc:sldMkLst>
      </pc:sldChg>
      <pc:sldChg chg="modSp mod">
        <pc:chgData name="Spada, Riccardo" userId="994b86d3-29b4-4300-9fb1-4380a0094f38" providerId="ADAL" clId="{7E9CE5D7-0F45-4AE5-BFAF-73CC282E07D2}" dt="2025-04-10T12:22:46.480" v="56" actId="113"/>
        <pc:sldMkLst>
          <pc:docMk/>
          <pc:sldMk cId="2052740662" sldId="291"/>
        </pc:sldMkLst>
      </pc:sldChg>
      <pc:sldChg chg="modSp mod">
        <pc:chgData name="Spada, Riccardo" userId="994b86d3-29b4-4300-9fb1-4380a0094f38" providerId="ADAL" clId="{7E9CE5D7-0F45-4AE5-BFAF-73CC282E07D2}" dt="2025-04-10T12:22:48.872" v="57" actId="113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7E9CE5D7-0F45-4AE5-BFAF-73CC282E07D2}" dt="2025-04-10T12:22:51.809" v="58" actId="113"/>
        <pc:sldMkLst>
          <pc:docMk/>
          <pc:sldMk cId="2153840129" sldId="293"/>
        </pc:sldMkLst>
      </pc:sldChg>
      <pc:sldChg chg="modSp mod">
        <pc:chgData name="Spada, Riccardo" userId="994b86d3-29b4-4300-9fb1-4380a0094f38" providerId="ADAL" clId="{7E9CE5D7-0F45-4AE5-BFAF-73CC282E07D2}" dt="2025-04-10T12:22:03.141" v="43" actId="113"/>
        <pc:sldMkLst>
          <pc:docMk/>
          <pc:sldMk cId="3893764606" sldId="294"/>
        </pc:sldMkLst>
      </pc:sldChg>
    </pc:docChg>
  </pc:docChgLst>
  <pc:docChgLst>
    <pc:chgData name="Spada, Riccardo" userId="994b86d3-29b4-4300-9fb1-4380a0094f38" providerId="ADAL" clId="{85C32720-3951-44AF-97B7-FCA89D42015D}"/>
    <pc:docChg chg="undo redo custSel addSld delSld modSld sldOrd">
      <pc:chgData name="Spada, Riccardo" userId="994b86d3-29b4-4300-9fb1-4380a0094f38" providerId="ADAL" clId="{85C32720-3951-44AF-97B7-FCA89D42015D}" dt="2025-03-31T09:08:07.429" v="1987" actId="113"/>
      <pc:docMkLst>
        <pc:docMk/>
      </pc:docMkLst>
      <pc:sldChg chg="addSp delSp modSp">
        <pc:chgData name="Spada, Riccardo" userId="994b86d3-29b4-4300-9fb1-4380a0094f38" providerId="ADAL" clId="{85C32720-3951-44AF-97B7-FCA89D42015D}" dt="2025-03-28T15:34:52.694" v="1344"/>
        <pc:sldMkLst>
          <pc:docMk/>
          <pc:sldMk cId="1983885521" sldId="256"/>
        </pc:sldMkLst>
      </pc:sldChg>
      <pc:sldChg chg="delSp modSp mod">
        <pc:chgData name="Spada, Riccardo" userId="994b86d3-29b4-4300-9fb1-4380a0094f38" providerId="ADAL" clId="{85C32720-3951-44AF-97B7-FCA89D42015D}" dt="2025-03-28T16:43:47.921" v="1793" actId="478"/>
        <pc:sldMkLst>
          <pc:docMk/>
          <pc:sldMk cId="483436754" sldId="259"/>
        </pc:sldMkLst>
      </pc:sldChg>
      <pc:sldChg chg="del">
        <pc:chgData name="Spada, Riccardo" userId="994b86d3-29b4-4300-9fb1-4380a0094f38" providerId="ADAL" clId="{85C32720-3951-44AF-97B7-FCA89D42015D}" dt="2025-03-28T15:45:12.360" v="1385" actId="2696"/>
        <pc:sldMkLst>
          <pc:docMk/>
          <pc:sldMk cId="3765826031" sldId="263"/>
        </pc:sldMkLst>
      </pc:sldChg>
      <pc:sldChg chg="addSp delSp modSp mod">
        <pc:chgData name="Spada, Riccardo" userId="994b86d3-29b4-4300-9fb1-4380a0094f38" providerId="ADAL" clId="{85C32720-3951-44AF-97B7-FCA89D42015D}" dt="2025-03-28T16:06:50.227" v="1531" actId="20577"/>
        <pc:sldMkLst>
          <pc:docMk/>
          <pc:sldMk cId="2367016649" sldId="271"/>
        </pc:sldMkLst>
      </pc:sldChg>
      <pc:sldChg chg="delSp modSp mod">
        <pc:chgData name="Spada, Riccardo" userId="994b86d3-29b4-4300-9fb1-4380a0094f38" providerId="ADAL" clId="{85C32720-3951-44AF-97B7-FCA89D42015D}" dt="2025-03-28T16:31:41.358" v="1569" actId="20577"/>
        <pc:sldMkLst>
          <pc:docMk/>
          <pc:sldMk cId="1508745643" sldId="272"/>
        </pc:sldMkLst>
      </pc:sldChg>
      <pc:sldChg chg="modSp add mod">
        <pc:chgData name="Spada, Riccardo" userId="994b86d3-29b4-4300-9fb1-4380a0094f38" providerId="ADAL" clId="{85C32720-3951-44AF-97B7-FCA89D42015D}" dt="2025-03-28T16:32:31.842" v="1572" actId="20577"/>
        <pc:sldMkLst>
          <pc:docMk/>
          <pc:sldMk cId="881864674" sldId="273"/>
        </pc:sldMkLst>
      </pc:sldChg>
      <pc:sldChg chg="addSp delSp modSp add mod modClrScheme chgLayout">
        <pc:chgData name="Spada, Riccardo" userId="994b86d3-29b4-4300-9fb1-4380a0094f38" providerId="ADAL" clId="{85C32720-3951-44AF-97B7-FCA89D42015D}" dt="2025-03-28T16:34:34.273" v="1587" actId="1076"/>
        <pc:sldMkLst>
          <pc:docMk/>
          <pc:sldMk cId="3783670021" sldId="274"/>
        </pc:sldMkLst>
      </pc:sldChg>
      <pc:sldChg chg="add del ord">
        <pc:chgData name="Spada, Riccardo" userId="994b86d3-29b4-4300-9fb1-4380a0094f38" providerId="ADAL" clId="{85C32720-3951-44AF-97B7-FCA89D42015D}" dt="2025-03-28T14:35:39.137" v="470" actId="47"/>
        <pc:sldMkLst>
          <pc:docMk/>
          <pc:sldMk cId="2783152325" sldId="275"/>
        </pc:sldMkLst>
      </pc:sldChg>
      <pc:sldChg chg="addSp delSp modSp add mod">
        <pc:chgData name="Spada, Riccardo" userId="994b86d3-29b4-4300-9fb1-4380a0094f38" providerId="ADAL" clId="{85C32720-3951-44AF-97B7-FCA89D42015D}" dt="2025-03-31T08:48:44.694" v="1836" actId="1076"/>
        <pc:sldMkLst>
          <pc:docMk/>
          <pc:sldMk cId="4008820238" sldId="276"/>
        </pc:sldMkLst>
      </pc:sldChg>
      <pc:sldChg chg="addSp delSp modSp add mod">
        <pc:chgData name="Spada, Riccardo" userId="994b86d3-29b4-4300-9fb1-4380a0094f38" providerId="ADAL" clId="{85C32720-3951-44AF-97B7-FCA89D42015D}" dt="2025-03-31T08:50:00.636" v="1849" actId="20577"/>
        <pc:sldMkLst>
          <pc:docMk/>
          <pc:sldMk cId="3411532578" sldId="277"/>
        </pc:sldMkLst>
      </pc:sldChg>
      <pc:sldChg chg="addSp delSp modSp add mod">
        <pc:chgData name="Spada, Riccardo" userId="994b86d3-29b4-4300-9fb1-4380a0094f38" providerId="ADAL" clId="{85C32720-3951-44AF-97B7-FCA89D42015D}" dt="2025-03-31T08:50:23.947" v="1881" actId="113"/>
        <pc:sldMkLst>
          <pc:docMk/>
          <pc:sldMk cId="3579610733" sldId="278"/>
        </pc:sldMkLst>
      </pc:sldChg>
      <pc:sldChg chg="addSp delSp modSp add del mod">
        <pc:chgData name="Spada, Riccardo" userId="994b86d3-29b4-4300-9fb1-4380a0094f38" providerId="ADAL" clId="{85C32720-3951-44AF-97B7-FCA89D42015D}" dt="2025-03-28T14:56:07.073" v="923" actId="2696"/>
        <pc:sldMkLst>
          <pc:docMk/>
          <pc:sldMk cId="3371149660" sldId="279"/>
        </pc:sldMkLst>
      </pc:sldChg>
      <pc:sldChg chg="delSp modSp add mod">
        <pc:chgData name="Spada, Riccardo" userId="994b86d3-29b4-4300-9fb1-4380a0094f38" providerId="ADAL" clId="{85C32720-3951-44AF-97B7-FCA89D42015D}" dt="2025-03-28T14:59:29.078" v="1094" actId="15"/>
        <pc:sldMkLst>
          <pc:docMk/>
          <pc:sldMk cId="483694880" sldId="280"/>
        </pc:sldMkLst>
      </pc:sldChg>
      <pc:sldChg chg="addSp delSp modSp add mod">
        <pc:chgData name="Spada, Riccardo" userId="994b86d3-29b4-4300-9fb1-4380a0094f38" providerId="ADAL" clId="{85C32720-3951-44AF-97B7-FCA89D42015D}" dt="2025-03-28T15:06:51.342" v="1148" actId="20577"/>
        <pc:sldMkLst>
          <pc:docMk/>
          <pc:sldMk cId="1450211862" sldId="281"/>
        </pc:sldMkLst>
      </pc:sldChg>
      <pc:sldChg chg="addSp delSp modSp add mod">
        <pc:chgData name="Spada, Riccardo" userId="994b86d3-29b4-4300-9fb1-4380a0094f38" providerId="ADAL" clId="{85C32720-3951-44AF-97B7-FCA89D42015D}" dt="2025-03-28T16:38:23.279" v="1745" actId="14100"/>
        <pc:sldMkLst>
          <pc:docMk/>
          <pc:sldMk cId="2397598542" sldId="282"/>
        </pc:sldMkLst>
      </pc:sldChg>
      <pc:sldChg chg="addSp delSp modSp add mod">
        <pc:chgData name="Spada, Riccardo" userId="994b86d3-29b4-4300-9fb1-4380a0094f38" providerId="ADAL" clId="{85C32720-3951-44AF-97B7-FCA89D42015D}" dt="2025-03-28T16:38:57.195" v="1754" actId="20577"/>
        <pc:sldMkLst>
          <pc:docMk/>
          <pc:sldMk cId="2893514894" sldId="283"/>
        </pc:sldMkLst>
      </pc:sldChg>
      <pc:sldChg chg="addSp delSp modSp add mod">
        <pc:chgData name="Spada, Riccardo" userId="994b86d3-29b4-4300-9fb1-4380a0094f38" providerId="ADAL" clId="{85C32720-3951-44AF-97B7-FCA89D42015D}" dt="2025-03-28T16:38:52.230" v="1753" actId="20577"/>
        <pc:sldMkLst>
          <pc:docMk/>
          <pc:sldMk cId="800047213" sldId="284"/>
        </pc:sldMkLst>
      </pc:sldChg>
      <pc:sldChg chg="addSp delSp modSp add mod ord">
        <pc:chgData name="Spada, Riccardo" userId="994b86d3-29b4-4300-9fb1-4380a0094f38" providerId="ADAL" clId="{85C32720-3951-44AF-97B7-FCA89D42015D}" dt="2025-03-28T15:32:49.415" v="1301" actId="14100"/>
        <pc:sldMkLst>
          <pc:docMk/>
          <pc:sldMk cId="4194263272" sldId="285"/>
        </pc:sldMkLst>
      </pc:sldChg>
      <pc:sldChg chg="addSp delSp modSp add mod">
        <pc:chgData name="Spada, Riccardo" userId="994b86d3-29b4-4300-9fb1-4380a0094f38" providerId="ADAL" clId="{85C32720-3951-44AF-97B7-FCA89D42015D}" dt="2025-03-28T15:33:08.645" v="1306" actId="1076"/>
        <pc:sldMkLst>
          <pc:docMk/>
          <pc:sldMk cId="1962367478" sldId="286"/>
        </pc:sldMkLst>
      </pc:sldChg>
      <pc:sldChg chg="addSp delSp modSp add mod">
        <pc:chgData name="Spada, Riccardo" userId="994b86d3-29b4-4300-9fb1-4380a0094f38" providerId="ADAL" clId="{85C32720-3951-44AF-97B7-FCA89D42015D}" dt="2025-03-28T15:33:55.891" v="1338" actId="1076"/>
        <pc:sldMkLst>
          <pc:docMk/>
          <pc:sldMk cId="3969510959" sldId="287"/>
        </pc:sldMkLst>
      </pc:sldChg>
      <pc:sldChg chg="addSp delSp modSp add mod">
        <pc:chgData name="Spada, Riccardo" userId="994b86d3-29b4-4300-9fb1-4380a0094f38" providerId="ADAL" clId="{85C32720-3951-44AF-97B7-FCA89D42015D}" dt="2025-03-28T15:34:16.940" v="1343" actId="1076"/>
        <pc:sldMkLst>
          <pc:docMk/>
          <pc:sldMk cId="279358497" sldId="288"/>
        </pc:sldMkLst>
      </pc:sldChg>
      <pc:sldChg chg="addSp delSp modSp add mod ord">
        <pc:chgData name="Spada, Riccardo" userId="994b86d3-29b4-4300-9fb1-4380a0094f38" providerId="ADAL" clId="{85C32720-3951-44AF-97B7-FCA89D42015D}" dt="2025-03-31T09:06:53.319" v="1917" actId="20577"/>
        <pc:sldMkLst>
          <pc:docMk/>
          <pc:sldMk cId="1186416931" sldId="289"/>
        </pc:sldMkLst>
      </pc:sldChg>
      <pc:sldChg chg="modSp add mod">
        <pc:chgData name="Spada, Riccardo" userId="994b86d3-29b4-4300-9fb1-4380a0094f38" providerId="ADAL" clId="{85C32720-3951-44AF-97B7-FCA89D42015D}" dt="2025-03-31T09:01:57.734" v="1896" actId="20577"/>
        <pc:sldMkLst>
          <pc:docMk/>
          <pc:sldMk cId="1907823464" sldId="290"/>
        </pc:sldMkLst>
      </pc:sldChg>
      <pc:sldChg chg="modSp add mod">
        <pc:chgData name="Spada, Riccardo" userId="994b86d3-29b4-4300-9fb1-4380a0094f38" providerId="ADAL" clId="{85C32720-3951-44AF-97B7-FCA89D42015D}" dt="2025-03-31T09:07:22.153" v="1942" actId="113"/>
        <pc:sldMkLst>
          <pc:docMk/>
          <pc:sldMk cId="2052740662" sldId="291"/>
        </pc:sldMkLst>
      </pc:sldChg>
      <pc:sldChg chg="modSp add mod">
        <pc:chgData name="Spada, Riccardo" userId="994b86d3-29b4-4300-9fb1-4380a0094f38" providerId="ADAL" clId="{85C32720-3951-44AF-97B7-FCA89D42015D}" dt="2025-03-31T09:07:49.699" v="1957" actId="20577"/>
        <pc:sldMkLst>
          <pc:docMk/>
          <pc:sldMk cId="1896259295" sldId="292"/>
        </pc:sldMkLst>
      </pc:sldChg>
      <pc:sldChg chg="addSp delSp modSp add mod">
        <pc:chgData name="Spada, Riccardo" userId="994b86d3-29b4-4300-9fb1-4380a0094f38" providerId="ADAL" clId="{85C32720-3951-44AF-97B7-FCA89D42015D}" dt="2025-03-31T09:08:07.429" v="1987" actId="113"/>
        <pc:sldMkLst>
          <pc:docMk/>
          <pc:sldMk cId="2153840129" sldId="293"/>
        </pc:sldMkLst>
      </pc:sldChg>
      <pc:sldChg chg="modSp add mod ord">
        <pc:chgData name="Spada, Riccardo" userId="994b86d3-29b4-4300-9fb1-4380a0094f38" providerId="ADAL" clId="{85C32720-3951-44AF-97B7-FCA89D42015D}" dt="2025-03-31T08:44:21.780" v="1798" actId="20577"/>
        <pc:sldMkLst>
          <pc:docMk/>
          <pc:sldMk cId="3893764606" sldId="294"/>
        </pc:sldMkLst>
      </pc:sldChg>
    </pc:docChg>
  </pc:docChgLst>
  <pc:docChgLst>
    <pc:chgData name="Spada, Riccardo" userId="994b86d3-29b4-4300-9fb1-4380a0094f38" providerId="ADAL" clId="{C3C00D87-CD5A-44AC-A72F-39D4EFE50F3E}"/>
    <pc:docChg chg="undo redo custSel addSld delSld modSld sldOrd">
      <pc:chgData name="Spada, Riccardo" userId="994b86d3-29b4-4300-9fb1-4380a0094f38" providerId="ADAL" clId="{C3C00D87-CD5A-44AC-A72F-39D4EFE50F3E}" dt="2025-06-26T08:30:27.539" v="1736"/>
      <pc:docMkLst>
        <pc:docMk/>
      </pc:docMkLst>
      <pc:sldChg chg="addSp modSp mod">
        <pc:chgData name="Spada, Riccardo" userId="994b86d3-29b4-4300-9fb1-4380a0094f38" providerId="ADAL" clId="{C3C00D87-CD5A-44AC-A72F-39D4EFE50F3E}" dt="2025-06-24T14:08:47.476" v="1716" actId="20577"/>
        <pc:sldMkLst>
          <pc:docMk/>
          <pc:sldMk cId="1983885521" sldId="256"/>
        </pc:sldMkLst>
      </pc:sldChg>
      <pc:sldChg chg="modSp del mod ord">
        <pc:chgData name="Spada, Riccardo" userId="994b86d3-29b4-4300-9fb1-4380a0094f38" providerId="ADAL" clId="{C3C00D87-CD5A-44AC-A72F-39D4EFE50F3E}" dt="2025-06-24T08:14:08.632" v="304" actId="47"/>
        <pc:sldMkLst>
          <pc:docMk/>
          <pc:sldMk cId="2367016649" sldId="271"/>
        </pc:sldMkLst>
      </pc:sldChg>
      <pc:sldChg chg="modSp del mod">
        <pc:chgData name="Spada, Riccardo" userId="994b86d3-29b4-4300-9fb1-4380a0094f38" providerId="ADAL" clId="{C3C00D87-CD5A-44AC-A72F-39D4EFE50F3E}" dt="2025-06-24T08:16:20.840" v="320" actId="47"/>
        <pc:sldMkLst>
          <pc:docMk/>
          <pc:sldMk cId="1508745643" sldId="272"/>
        </pc:sldMkLst>
      </pc:sldChg>
      <pc:sldChg chg="modSp mod ord">
        <pc:chgData name="Spada, Riccardo" userId="994b86d3-29b4-4300-9fb1-4380a0094f38" providerId="ADAL" clId="{C3C00D87-CD5A-44AC-A72F-39D4EFE50F3E}" dt="2025-06-23T12:57:14.030" v="54" actId="113"/>
        <pc:sldMkLst>
          <pc:docMk/>
          <pc:sldMk cId="881864674" sldId="273"/>
        </pc:sldMkLst>
        <pc:spChg chg="mod">
          <ac:chgData name="Spada, Riccardo" userId="994b86d3-29b4-4300-9fb1-4380a0094f38" providerId="ADAL" clId="{C3C00D87-CD5A-44AC-A72F-39D4EFE50F3E}" dt="2025-06-23T12:57:14.030" v="54" actId="113"/>
          <ac:spMkLst>
            <pc:docMk/>
            <pc:sldMk cId="881864674" sldId="273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6T08:28:52.038" v="1728"/>
        <pc:sldMkLst>
          <pc:docMk/>
          <pc:sldMk cId="3783670021" sldId="274"/>
        </pc:sldMkLst>
        <pc:spChg chg="mod">
          <ac:chgData name="Spada, Riccardo" userId="994b86d3-29b4-4300-9fb1-4380a0094f38" providerId="ADAL" clId="{C3C00D87-CD5A-44AC-A72F-39D4EFE50F3E}" dt="2025-06-26T08:28:38.886" v="1726" actId="113"/>
          <ac:spMkLst>
            <pc:docMk/>
            <pc:sldMk cId="3783670021" sldId="274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6T08:28:23.501" v="1724"/>
        <pc:sldMkLst>
          <pc:docMk/>
          <pc:sldMk cId="3579610733" sldId="278"/>
        </pc:sldMkLst>
        <pc:spChg chg="mod">
          <ac:chgData name="Spada, Riccardo" userId="994b86d3-29b4-4300-9fb1-4380a0094f38" providerId="ADAL" clId="{C3C00D87-CD5A-44AC-A72F-39D4EFE50F3E}" dt="2025-06-23T13:00:05.210" v="64" actId="20578"/>
          <ac:spMkLst>
            <pc:docMk/>
            <pc:sldMk cId="3579610733" sldId="278"/>
            <ac:spMk id="2" creationId="{D0F86053-BEE1-902E-7F9D-A2E8171CD855}"/>
          </ac:spMkLst>
        </pc:spChg>
        <pc:spChg chg="mod">
          <ac:chgData name="Spada, Riccardo" userId="994b86d3-29b4-4300-9fb1-4380a0094f38" providerId="ADAL" clId="{C3C00D87-CD5A-44AC-A72F-39D4EFE50F3E}" dt="2025-06-26T08:28:13.894" v="1722" actId="113"/>
          <ac:spMkLst>
            <pc:docMk/>
            <pc:sldMk cId="3579610733" sldId="278"/>
            <ac:spMk id="4" creationId="{00000000-0000-0000-0000-000000000000}"/>
          </ac:spMkLst>
        </pc:spChg>
        <pc:spChg chg="mod">
          <ac:chgData name="Spada, Riccardo" userId="994b86d3-29b4-4300-9fb1-4380a0094f38" providerId="ADAL" clId="{C3C00D87-CD5A-44AC-A72F-39D4EFE50F3E}" dt="2025-06-23T13:01:15.189" v="68" actId="11"/>
          <ac:spMkLst>
            <pc:docMk/>
            <pc:sldMk cId="3579610733" sldId="278"/>
            <ac:spMk id="7" creationId="{BFA0F9E1-1CE9-1D16-A3E0-99ACA4B089F1}"/>
          </ac:spMkLst>
        </pc:spChg>
        <pc:graphicFrameChg chg="mod">
          <ac:chgData name="Spada, Riccardo" userId="994b86d3-29b4-4300-9fb1-4380a0094f38" providerId="ADAL" clId="{C3C00D87-CD5A-44AC-A72F-39D4EFE50F3E}" dt="2025-06-23T13:00:42.271" v="66" actId="1076"/>
          <ac:graphicFrameMkLst>
            <pc:docMk/>
            <pc:sldMk cId="3579610733" sldId="278"/>
            <ac:graphicFrameMk id="5" creationId="{9052D630-17F6-6487-26CA-E7C14AC8F19A}"/>
          </ac:graphicFrameMkLst>
        </pc:graphicFrameChg>
      </pc:sldChg>
      <pc:sldChg chg="modSp mod ord">
        <pc:chgData name="Spada, Riccardo" userId="994b86d3-29b4-4300-9fb1-4380a0094f38" providerId="ADAL" clId="{C3C00D87-CD5A-44AC-A72F-39D4EFE50F3E}" dt="2025-06-23T12:57:05.838" v="52" actId="113"/>
        <pc:sldMkLst>
          <pc:docMk/>
          <pc:sldMk cId="2397598542" sldId="282"/>
        </pc:sldMkLst>
        <pc:spChg chg="mod">
          <ac:chgData name="Spada, Riccardo" userId="994b86d3-29b4-4300-9fb1-4380a0094f38" providerId="ADAL" clId="{C3C00D87-CD5A-44AC-A72F-39D4EFE50F3E}" dt="2025-06-23T12:57:05.838" v="52" actId="113"/>
          <ac:spMkLst>
            <pc:docMk/>
            <pc:sldMk cId="2397598542" sldId="282"/>
            <ac:spMk id="4" creationId="{00000000-0000-0000-0000-000000000000}"/>
          </ac:spMkLst>
        </pc:spChg>
      </pc:sldChg>
      <pc:sldChg chg="modSp mod ord">
        <pc:chgData name="Spada, Riccardo" userId="994b86d3-29b4-4300-9fb1-4380a0094f38" providerId="ADAL" clId="{C3C00D87-CD5A-44AC-A72F-39D4EFE50F3E}" dt="2025-06-23T12:57:08.557" v="53" actId="113"/>
        <pc:sldMkLst>
          <pc:docMk/>
          <pc:sldMk cId="2893514894" sldId="283"/>
        </pc:sldMkLst>
        <pc:spChg chg="mod">
          <ac:chgData name="Spada, Riccardo" userId="994b86d3-29b4-4300-9fb1-4380a0094f38" providerId="ADAL" clId="{C3C00D87-CD5A-44AC-A72F-39D4EFE50F3E}" dt="2025-06-23T12:57:08.557" v="53" actId="113"/>
          <ac:spMkLst>
            <pc:docMk/>
            <pc:sldMk cId="2893514894" sldId="283"/>
            <ac:spMk id="4" creationId="{00000000-0000-0000-0000-000000000000}"/>
          </ac:spMkLst>
        </pc:spChg>
      </pc:sldChg>
      <pc:sldChg chg="modSp mod">
        <pc:chgData name="Spada, Riccardo" userId="994b86d3-29b4-4300-9fb1-4380a0094f38" providerId="ADAL" clId="{C3C00D87-CD5A-44AC-A72F-39D4EFE50F3E}" dt="2025-06-24T08:06:04.441" v="265"/>
        <pc:sldMkLst>
          <pc:docMk/>
          <pc:sldMk cId="800047213" sldId="284"/>
        </pc:sldMkLst>
        <pc:spChg chg="mod">
          <ac:chgData name="Spada, Riccardo" userId="994b86d3-29b4-4300-9fb1-4380a0094f38" providerId="ADAL" clId="{C3C00D87-CD5A-44AC-A72F-39D4EFE50F3E}" dt="2025-06-24T08:06:04.441" v="265"/>
          <ac:spMkLst>
            <pc:docMk/>
            <pc:sldMk cId="800047213" sldId="284"/>
            <ac:spMk id="4" creationId="{00000000-0000-0000-0000-000000000000}"/>
          </ac:spMkLst>
        </pc:spChg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1962367478" sldId="286"/>
        </pc:sldMkLst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3969510959" sldId="287"/>
        </pc:sldMkLst>
      </pc:sldChg>
      <pc:sldChg chg="ord">
        <pc:chgData name="Spada, Riccardo" userId="994b86d3-29b4-4300-9fb1-4380a0094f38" providerId="ADAL" clId="{C3C00D87-CD5A-44AC-A72F-39D4EFE50F3E}" dt="2025-06-24T07:41:18.801" v="80"/>
        <pc:sldMkLst>
          <pc:docMk/>
          <pc:sldMk cId="279358497" sldId="288"/>
        </pc:sldMkLst>
      </pc:sldChg>
      <pc:sldChg chg="addSp modSp mod">
        <pc:chgData name="Spada, Riccardo" userId="994b86d3-29b4-4300-9fb1-4380a0094f38" providerId="ADAL" clId="{C3C00D87-CD5A-44AC-A72F-39D4EFE50F3E}" dt="2025-06-24T08:29:02.210" v="353" actId="20577"/>
        <pc:sldMkLst>
          <pc:docMk/>
          <pc:sldMk cId="1186416931" sldId="289"/>
        </pc:sldMkLst>
      </pc:sldChg>
      <pc:sldChg chg="modSp mod ord modNotesTx">
        <pc:chgData name="Spada, Riccardo" userId="994b86d3-29b4-4300-9fb1-4380a0094f38" providerId="ADAL" clId="{C3C00D87-CD5A-44AC-A72F-39D4EFE50F3E}" dt="2025-06-24T08:13:54.600" v="303" actId="20577"/>
        <pc:sldMkLst>
          <pc:docMk/>
          <pc:sldMk cId="1907823464" sldId="290"/>
        </pc:sldMkLst>
      </pc:sldChg>
      <pc:sldChg chg="modSp del mod">
        <pc:chgData name="Spada, Riccardo" userId="994b86d3-29b4-4300-9fb1-4380a0094f38" providerId="ADAL" clId="{C3C00D87-CD5A-44AC-A72F-39D4EFE50F3E}" dt="2025-06-24T07:44:40.117" v="94" actId="47"/>
        <pc:sldMkLst>
          <pc:docMk/>
          <pc:sldMk cId="2052740662" sldId="291"/>
        </pc:sldMkLst>
      </pc:sldChg>
      <pc:sldChg chg="modSp del mod">
        <pc:chgData name="Spada, Riccardo" userId="994b86d3-29b4-4300-9fb1-4380a0094f38" providerId="ADAL" clId="{C3C00D87-CD5A-44AC-A72F-39D4EFE50F3E}" dt="2025-06-24T08:29:09.892" v="354" actId="2696"/>
        <pc:sldMkLst>
          <pc:docMk/>
          <pc:sldMk cId="1896259295" sldId="292"/>
        </pc:sldMkLst>
      </pc:sldChg>
      <pc:sldChg chg="modSp mod">
        <pc:chgData name="Spada, Riccardo" userId="994b86d3-29b4-4300-9fb1-4380a0094f38" providerId="ADAL" clId="{C3C00D87-CD5A-44AC-A72F-39D4EFE50F3E}" dt="2025-06-24T08:06:14.757" v="268"/>
        <pc:sldMkLst>
          <pc:docMk/>
          <pc:sldMk cId="2153840129" sldId="293"/>
        </pc:sldMkLst>
      </pc:sldChg>
      <pc:sldChg chg="modSp mod">
        <pc:chgData name="Spada, Riccardo" userId="994b86d3-29b4-4300-9fb1-4380a0094f38" providerId="ADAL" clId="{C3C00D87-CD5A-44AC-A72F-39D4EFE50F3E}" dt="2025-06-26T08:29:18.390" v="1730" actId="113"/>
        <pc:sldMkLst>
          <pc:docMk/>
          <pc:sldMk cId="3893764606" sldId="294"/>
        </pc:sldMkLst>
      </pc:sldChg>
      <pc:sldChg chg="new del">
        <pc:chgData name="Spada, Riccardo" userId="994b86d3-29b4-4300-9fb1-4380a0094f38" providerId="ADAL" clId="{C3C00D87-CD5A-44AC-A72F-39D4EFE50F3E}" dt="2025-06-23T12:59:05.447" v="59" actId="680"/>
        <pc:sldMkLst>
          <pc:docMk/>
          <pc:sldMk cId="1065833462" sldId="300"/>
        </pc:sldMkLst>
      </pc:sldChg>
      <pc:sldChg chg="delSp modSp add mod ord">
        <pc:chgData name="Spada, Riccardo" userId="994b86d3-29b4-4300-9fb1-4380a0094f38" providerId="ADAL" clId="{C3C00D87-CD5A-44AC-A72F-39D4EFE50F3E}" dt="2025-06-26T08:26:59.048" v="1718" actId="6549"/>
        <pc:sldMkLst>
          <pc:docMk/>
          <pc:sldMk cId="4027106538" sldId="300"/>
        </pc:sldMkLst>
      </pc:sldChg>
      <pc:sldChg chg="modSp add mod ord delCm modCm">
        <pc:chgData name="Spada, Riccardo" userId="994b86d3-29b4-4300-9fb1-4380a0094f38" providerId="ADAL" clId="{C3C00D87-CD5A-44AC-A72F-39D4EFE50F3E}" dt="2025-06-26T08:30:27.539" v="1736"/>
        <pc:sldMkLst>
          <pc:docMk/>
          <pc:sldMk cId="105884016" sldId="301"/>
        </pc:sldMkLst>
        <pc:spChg chg="mod">
          <ac:chgData name="Spada, Riccardo" userId="994b86d3-29b4-4300-9fb1-4380a0094f38" providerId="ADAL" clId="{C3C00D87-CD5A-44AC-A72F-39D4EFE50F3E}" dt="2025-06-26T08:29:31.790" v="1732" actId="6549"/>
          <ac:spMkLst>
            <pc:docMk/>
            <pc:sldMk cId="105884016" sldId="301"/>
            <ac:spMk id="2" creationId="{00000000-0000-0000-0000-000000000000}"/>
          </ac:spMkLst>
        </pc:spChg>
        <pc:spChg chg="mod">
          <ac:chgData name="Spada, Riccardo" userId="994b86d3-29b4-4300-9fb1-4380a0094f38" providerId="ADAL" clId="{C3C00D87-CD5A-44AC-A72F-39D4EFE50F3E}" dt="2025-06-26T08:29:37.107" v="1733" actId="14100"/>
          <ac:spMkLst>
            <pc:docMk/>
            <pc:sldMk cId="105884016" sldId="301"/>
            <ac:spMk id="5" creationId="{00000000-0000-0000-0000-000000000000}"/>
          </ac:spMkLst>
        </pc:spChg>
      </pc:sldChg>
      <pc:sldChg chg="addSp delSp modSp add mod ord modNotesTx">
        <pc:chgData name="Spada, Riccardo" userId="994b86d3-29b4-4300-9fb1-4380a0094f38" providerId="ADAL" clId="{C3C00D87-CD5A-44AC-A72F-39D4EFE50F3E}" dt="2025-06-24T14:05:32.482" v="1635" actId="20577"/>
        <pc:sldMkLst>
          <pc:docMk/>
          <pc:sldMk cId="2462300938" sldId="302"/>
        </pc:sldMkLst>
      </pc:sldChg>
      <pc:sldChg chg="addSp delSp modSp add mod">
        <pc:chgData name="Spada, Riccardo" userId="994b86d3-29b4-4300-9fb1-4380a0094f38" providerId="ADAL" clId="{C3C00D87-CD5A-44AC-A72F-39D4EFE50F3E}" dt="2025-06-24T09:36:06.173" v="553" actId="1076"/>
        <pc:sldMkLst>
          <pc:docMk/>
          <pc:sldMk cId="4008411639" sldId="303"/>
        </pc:sldMkLst>
        <pc:spChg chg="mod">
          <ac:chgData name="Spada, Riccardo" userId="994b86d3-29b4-4300-9fb1-4380a0094f38" providerId="ADAL" clId="{C3C00D87-CD5A-44AC-A72F-39D4EFE50F3E}" dt="2025-06-24T08:33:10.354" v="363" actId="20577"/>
          <ac:spMkLst>
            <pc:docMk/>
            <pc:sldMk cId="4008411639" sldId="303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09:35:49.928" v="550" actId="20577"/>
          <ac:spMkLst>
            <pc:docMk/>
            <pc:sldMk cId="4008411639" sldId="303"/>
            <ac:spMk id="5" creationId="{280CC81D-3B0D-C32F-0A97-96F59A10A7C1}"/>
          </ac:spMkLst>
        </pc:spChg>
        <pc:picChg chg="add mod">
          <ac:chgData name="Spada, Riccardo" userId="994b86d3-29b4-4300-9fb1-4380a0094f38" providerId="ADAL" clId="{C3C00D87-CD5A-44AC-A72F-39D4EFE50F3E}" dt="2025-06-24T09:36:02.674" v="552" actId="1076"/>
          <ac:picMkLst>
            <pc:docMk/>
            <pc:sldMk cId="4008411639" sldId="303"/>
            <ac:picMk id="12" creationId="{39A3B5BF-0388-50A2-B5EE-5E51313378EE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3:35:50.394" v="1345" actId="1076"/>
        <pc:sldMkLst>
          <pc:docMk/>
          <pc:sldMk cId="2749683794" sldId="304"/>
        </pc:sldMkLst>
        <pc:spChg chg="mod">
          <ac:chgData name="Spada, Riccardo" userId="994b86d3-29b4-4300-9fb1-4380a0094f38" providerId="ADAL" clId="{C3C00D87-CD5A-44AC-A72F-39D4EFE50F3E}" dt="2025-06-24T08:33:50.040" v="402" actId="20577"/>
          <ac:spMkLst>
            <pc:docMk/>
            <pc:sldMk cId="2749683794" sldId="304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09:51:30.065" v="645" actId="20577"/>
          <ac:spMkLst>
            <pc:docMk/>
            <pc:sldMk cId="2749683794" sldId="304"/>
            <ac:spMk id="9" creationId="{0BF8A02E-2FDC-744B-E018-6F49660AAB6E}"/>
          </ac:spMkLst>
        </pc:spChg>
        <pc:picChg chg="add mod">
          <ac:chgData name="Spada, Riccardo" userId="994b86d3-29b4-4300-9fb1-4380a0094f38" providerId="ADAL" clId="{C3C00D87-CD5A-44AC-A72F-39D4EFE50F3E}" dt="2025-06-24T13:16:46.573" v="1299" actId="1076"/>
          <ac:picMkLst>
            <pc:docMk/>
            <pc:sldMk cId="2749683794" sldId="304"/>
            <ac:picMk id="6" creationId="{FEC671D3-501B-D0AD-66E4-627E655D9793}"/>
          </ac:picMkLst>
        </pc:picChg>
        <pc:picChg chg="add mod">
          <ac:chgData name="Spada, Riccardo" userId="994b86d3-29b4-4300-9fb1-4380a0094f38" providerId="ADAL" clId="{C3C00D87-CD5A-44AC-A72F-39D4EFE50F3E}" dt="2025-06-24T13:16:50.122" v="1301" actId="1076"/>
          <ac:picMkLst>
            <pc:docMk/>
            <pc:sldMk cId="2749683794" sldId="304"/>
            <ac:picMk id="11" creationId="{58FA335D-60DF-152F-B77E-8C10B29C7024}"/>
          </ac:picMkLst>
        </pc:picChg>
        <pc:picChg chg="add mod">
          <ac:chgData name="Spada, Riccardo" userId="994b86d3-29b4-4300-9fb1-4380a0094f38" providerId="ADAL" clId="{C3C00D87-CD5A-44AC-A72F-39D4EFE50F3E}" dt="2025-06-24T13:17:48.747" v="1308" actId="1076"/>
          <ac:picMkLst>
            <pc:docMk/>
            <pc:sldMk cId="2749683794" sldId="304"/>
            <ac:picMk id="16" creationId="{0BDD2DCE-4483-0124-31C4-070DA5DB1558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4:07:27.547" v="1690" actId="1076"/>
        <pc:sldMkLst>
          <pc:docMk/>
          <pc:sldMk cId="4180823714" sldId="305"/>
        </pc:sldMkLst>
        <pc:spChg chg="mod">
          <ac:chgData name="Spada, Riccardo" userId="994b86d3-29b4-4300-9fb1-4380a0094f38" providerId="ADAL" clId="{C3C00D87-CD5A-44AC-A72F-39D4EFE50F3E}" dt="2025-06-24T08:34:20.551" v="411" actId="20577"/>
          <ac:spMkLst>
            <pc:docMk/>
            <pc:sldMk cId="4180823714" sldId="305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4:07:15.835" v="1688" actId="20577"/>
          <ac:spMkLst>
            <pc:docMk/>
            <pc:sldMk cId="4180823714" sldId="305"/>
            <ac:spMk id="9" creationId="{CE59B76E-73F0-CE14-16B9-8F65FCBBD71A}"/>
          </ac:spMkLst>
        </pc:spChg>
        <pc:picChg chg="add mod">
          <ac:chgData name="Spada, Riccardo" userId="994b86d3-29b4-4300-9fb1-4380a0094f38" providerId="ADAL" clId="{C3C00D87-CD5A-44AC-A72F-39D4EFE50F3E}" dt="2025-06-24T14:07:24.705" v="1689" actId="1076"/>
          <ac:picMkLst>
            <pc:docMk/>
            <pc:sldMk cId="4180823714" sldId="305"/>
            <ac:picMk id="11" creationId="{3DC727F5-3B83-CF00-988B-ABA51AF514C5}"/>
          </ac:picMkLst>
        </pc:picChg>
        <pc:picChg chg="add mod">
          <ac:chgData name="Spada, Riccardo" userId="994b86d3-29b4-4300-9fb1-4380a0094f38" providerId="ADAL" clId="{C3C00D87-CD5A-44AC-A72F-39D4EFE50F3E}" dt="2025-06-24T14:07:27.547" v="1690" actId="1076"/>
          <ac:picMkLst>
            <pc:docMk/>
            <pc:sldMk cId="4180823714" sldId="305"/>
            <ac:picMk id="13" creationId="{AB759796-3129-BCCA-F07C-40C622E7726E}"/>
          </ac:picMkLst>
        </pc:picChg>
      </pc:sldChg>
      <pc:sldChg chg="addSp delSp modSp add mod">
        <pc:chgData name="Spada, Riccardo" userId="994b86d3-29b4-4300-9fb1-4380a0094f38" providerId="ADAL" clId="{C3C00D87-CD5A-44AC-A72F-39D4EFE50F3E}" dt="2025-06-24T13:08:32.456" v="1010" actId="20577"/>
        <pc:sldMkLst>
          <pc:docMk/>
          <pc:sldMk cId="1203836245" sldId="306"/>
        </pc:sldMkLst>
        <pc:spChg chg="mod">
          <ac:chgData name="Spada, Riccardo" userId="994b86d3-29b4-4300-9fb1-4380a0094f38" providerId="ADAL" clId="{C3C00D87-CD5A-44AC-A72F-39D4EFE50F3E}" dt="2025-06-24T13:08:10.656" v="962" actId="20577"/>
          <ac:spMkLst>
            <pc:docMk/>
            <pc:sldMk cId="1203836245" sldId="306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3:08:32.456" v="1010" actId="20577"/>
          <ac:spMkLst>
            <pc:docMk/>
            <pc:sldMk cId="1203836245" sldId="306"/>
            <ac:spMk id="6" creationId="{C5133CB7-FF6A-952B-4CA1-D1CFBA5B87C7}"/>
          </ac:spMkLst>
        </pc:spChg>
      </pc:sldChg>
      <pc:sldChg chg="addSp modSp add mod">
        <pc:chgData name="Spada, Riccardo" userId="994b86d3-29b4-4300-9fb1-4380a0094f38" providerId="ADAL" clId="{C3C00D87-CD5A-44AC-A72F-39D4EFE50F3E}" dt="2025-06-24T13:15:35.302" v="1297" actId="20577"/>
        <pc:sldMkLst>
          <pc:docMk/>
          <pc:sldMk cId="1956084302" sldId="307"/>
        </pc:sldMkLst>
        <pc:spChg chg="mod">
          <ac:chgData name="Spada, Riccardo" userId="994b86d3-29b4-4300-9fb1-4380a0094f38" providerId="ADAL" clId="{C3C00D87-CD5A-44AC-A72F-39D4EFE50F3E}" dt="2025-06-24T08:35:32.843" v="439" actId="20577"/>
          <ac:spMkLst>
            <pc:docMk/>
            <pc:sldMk cId="1956084302" sldId="307"/>
            <ac:spMk id="4" creationId="{00000000-0000-0000-0000-000000000000}"/>
          </ac:spMkLst>
        </pc:spChg>
        <pc:spChg chg="add mod">
          <ac:chgData name="Spada, Riccardo" userId="994b86d3-29b4-4300-9fb1-4380a0094f38" providerId="ADAL" clId="{C3C00D87-CD5A-44AC-A72F-39D4EFE50F3E}" dt="2025-06-24T13:15:35.302" v="1297" actId="20577"/>
          <ac:spMkLst>
            <pc:docMk/>
            <pc:sldMk cId="1956084302" sldId="307"/>
            <ac:spMk id="5" creationId="{10C01E8F-2B7A-B9E0-B132-2BFDB1196EA6}"/>
          </ac:spMkLst>
        </pc:spChg>
      </pc:sldChg>
      <pc:sldChg chg="modSp add del mod">
        <pc:chgData name="Spada, Riccardo" userId="994b86d3-29b4-4300-9fb1-4380a0094f38" providerId="ADAL" clId="{C3C00D87-CD5A-44AC-A72F-39D4EFE50F3E}" dt="2025-06-24T14:07:50.774" v="1691" actId="2696"/>
        <pc:sldMkLst>
          <pc:docMk/>
          <pc:sldMk cId="36551695" sldId="30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355D4D-6FEE-48A2-8C27-3512FF73A4E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D4152E-F1F3-485A-80F4-601DCDC688DF}">
      <dgm:prSet phldrT="[Text]"/>
      <dgm:spPr/>
      <dgm:t>
        <a:bodyPr/>
        <a:lstStyle/>
        <a:p>
          <a:r>
            <a:rPr lang="en-US"/>
            <a:t>1</a:t>
          </a:r>
        </a:p>
      </dgm:t>
    </dgm:pt>
    <dgm:pt modelId="{7961EDFD-2BDB-46AE-AF49-B23EAC8C11AB}" type="parTrans" cxnId="{3C1E793C-3E43-4032-BD89-2B2D4077F7A6}">
      <dgm:prSet/>
      <dgm:spPr/>
      <dgm:t>
        <a:bodyPr/>
        <a:lstStyle/>
        <a:p>
          <a:endParaRPr lang="en-US"/>
        </a:p>
      </dgm:t>
    </dgm:pt>
    <dgm:pt modelId="{9581958F-ACD3-4224-A53B-A2DBD094CF65}" type="sibTrans" cxnId="{3C1E793C-3E43-4032-BD89-2B2D4077F7A6}">
      <dgm:prSet/>
      <dgm:spPr/>
      <dgm:t>
        <a:bodyPr/>
        <a:lstStyle/>
        <a:p>
          <a:endParaRPr lang="en-US"/>
        </a:p>
      </dgm:t>
    </dgm:pt>
    <dgm:pt modelId="{21AB18D2-79ED-4E4E-803A-E72415D1C9B6}">
      <dgm:prSet phldrT="[Text]" custT="1"/>
      <dgm:spPr/>
      <dgm:t>
        <a:bodyPr/>
        <a:lstStyle/>
        <a:p>
          <a:r>
            <a:rPr lang="en-US" sz="1200"/>
            <a:t> Research question</a:t>
          </a:r>
        </a:p>
      </dgm:t>
    </dgm:pt>
    <dgm:pt modelId="{8E7721B9-AB7C-4C45-8648-88E809D9E29C}" type="parTrans" cxnId="{9EF9502E-B00A-4B2F-82B0-54BE56B916A2}">
      <dgm:prSet/>
      <dgm:spPr/>
      <dgm:t>
        <a:bodyPr/>
        <a:lstStyle/>
        <a:p>
          <a:endParaRPr lang="en-US"/>
        </a:p>
      </dgm:t>
    </dgm:pt>
    <dgm:pt modelId="{9F8BB977-A1A1-4F5C-AE44-F3E22C701B79}" type="sibTrans" cxnId="{9EF9502E-B00A-4B2F-82B0-54BE56B916A2}">
      <dgm:prSet/>
      <dgm:spPr/>
      <dgm:t>
        <a:bodyPr/>
        <a:lstStyle/>
        <a:p>
          <a:endParaRPr lang="en-US"/>
        </a:p>
      </dgm:t>
    </dgm:pt>
    <dgm:pt modelId="{E7FC5F4A-FAA2-4FD0-AC21-CBFB7E093660}">
      <dgm:prSet phldrT="[Text]"/>
      <dgm:spPr/>
      <dgm:t>
        <a:bodyPr/>
        <a:lstStyle/>
        <a:p>
          <a:r>
            <a:rPr lang="en-US"/>
            <a:t>2</a:t>
          </a:r>
        </a:p>
      </dgm:t>
    </dgm:pt>
    <dgm:pt modelId="{2E9B5E88-01C3-499C-A28F-C99DACE00063}" type="parTrans" cxnId="{04320B6B-F78F-405A-AF30-31F073AAF2F7}">
      <dgm:prSet/>
      <dgm:spPr/>
      <dgm:t>
        <a:bodyPr/>
        <a:lstStyle/>
        <a:p>
          <a:endParaRPr lang="en-US"/>
        </a:p>
      </dgm:t>
    </dgm:pt>
    <dgm:pt modelId="{B1A724F0-9EC5-4762-A59C-8553AE0879CF}" type="sibTrans" cxnId="{04320B6B-F78F-405A-AF30-31F073AAF2F7}">
      <dgm:prSet/>
      <dgm:spPr/>
      <dgm:t>
        <a:bodyPr/>
        <a:lstStyle/>
        <a:p>
          <a:endParaRPr lang="en-US"/>
        </a:p>
      </dgm:t>
    </dgm:pt>
    <dgm:pt modelId="{C626BEDE-718A-4888-860B-F1EE5B479C8F}">
      <dgm:prSet phldrT="[Text]" custT="1"/>
      <dgm:spPr/>
      <dgm:t>
        <a:bodyPr/>
        <a:lstStyle/>
        <a:p>
          <a:r>
            <a:rPr lang="en-US" sz="1200"/>
            <a:t> Search strategy</a:t>
          </a:r>
        </a:p>
      </dgm:t>
    </dgm:pt>
    <dgm:pt modelId="{F01E6F51-512A-48C7-9901-40C6329EABFD}" type="parTrans" cxnId="{C2C01225-6C69-4D86-BACB-0B2A3003D952}">
      <dgm:prSet/>
      <dgm:spPr/>
      <dgm:t>
        <a:bodyPr/>
        <a:lstStyle/>
        <a:p>
          <a:endParaRPr lang="en-US"/>
        </a:p>
      </dgm:t>
    </dgm:pt>
    <dgm:pt modelId="{5DC09828-ADF8-41E6-B09C-9F064425C2C7}" type="sibTrans" cxnId="{C2C01225-6C69-4D86-BACB-0B2A3003D952}">
      <dgm:prSet/>
      <dgm:spPr/>
      <dgm:t>
        <a:bodyPr/>
        <a:lstStyle/>
        <a:p>
          <a:endParaRPr lang="en-US"/>
        </a:p>
      </dgm:t>
    </dgm:pt>
    <dgm:pt modelId="{72003D38-F3F6-46E9-B016-75B2B430EB14}">
      <dgm:prSet phldrT="[Text]"/>
      <dgm:spPr/>
      <dgm:t>
        <a:bodyPr/>
        <a:lstStyle/>
        <a:p>
          <a:r>
            <a:rPr lang="en-US"/>
            <a:t>3</a:t>
          </a:r>
        </a:p>
      </dgm:t>
    </dgm:pt>
    <dgm:pt modelId="{08E4D7DF-2F5A-43AE-A2C8-75666CF8AE59}" type="parTrans" cxnId="{D31D96E3-3E7D-44DB-9D03-F451855DC362}">
      <dgm:prSet/>
      <dgm:spPr/>
      <dgm:t>
        <a:bodyPr/>
        <a:lstStyle/>
        <a:p>
          <a:endParaRPr lang="en-US"/>
        </a:p>
      </dgm:t>
    </dgm:pt>
    <dgm:pt modelId="{E4E6EC44-BB0A-4FA7-BAAA-6A9B0E5D83FE}" type="sibTrans" cxnId="{D31D96E3-3E7D-44DB-9D03-F451855DC362}">
      <dgm:prSet/>
      <dgm:spPr/>
      <dgm:t>
        <a:bodyPr/>
        <a:lstStyle/>
        <a:p>
          <a:endParaRPr lang="en-US"/>
        </a:p>
      </dgm:t>
    </dgm:pt>
    <dgm:pt modelId="{DE4C0213-4FB4-4102-8933-8AD93A198FE5}">
      <dgm:prSet phldrT="[Text]" custT="1"/>
      <dgm:spPr/>
      <dgm:t>
        <a:bodyPr/>
        <a:lstStyle/>
        <a:p>
          <a:r>
            <a:rPr lang="en-US" sz="1200"/>
            <a:t> Eligibility criteria</a:t>
          </a:r>
        </a:p>
      </dgm:t>
    </dgm:pt>
    <dgm:pt modelId="{13ECDBC2-BA4D-463F-802A-96FE1EC66974}" type="parTrans" cxnId="{EC3E6720-D25C-434D-9B06-2C2D71F29B5C}">
      <dgm:prSet/>
      <dgm:spPr/>
      <dgm:t>
        <a:bodyPr/>
        <a:lstStyle/>
        <a:p>
          <a:endParaRPr lang="en-US"/>
        </a:p>
      </dgm:t>
    </dgm:pt>
    <dgm:pt modelId="{D5FE7090-248F-47C5-A1EC-645C408458F9}" type="sibTrans" cxnId="{EC3E6720-D25C-434D-9B06-2C2D71F29B5C}">
      <dgm:prSet/>
      <dgm:spPr/>
      <dgm:t>
        <a:bodyPr/>
        <a:lstStyle/>
        <a:p>
          <a:endParaRPr lang="en-US"/>
        </a:p>
      </dgm:t>
    </dgm:pt>
    <dgm:pt modelId="{FAC29DE9-8DEA-4B96-95CA-28E517635262}">
      <dgm:prSet phldrT="[Text]"/>
      <dgm:spPr/>
      <dgm:t>
        <a:bodyPr/>
        <a:lstStyle/>
        <a:p>
          <a:r>
            <a:rPr lang="en-US"/>
            <a:t>4</a:t>
          </a:r>
        </a:p>
      </dgm:t>
    </dgm:pt>
    <dgm:pt modelId="{75B9EA2B-EFE1-4042-8A13-B5CD44CA2C5A}" type="parTrans" cxnId="{482D3483-5FA7-48F5-AFE8-3E7AD27B995C}">
      <dgm:prSet/>
      <dgm:spPr/>
      <dgm:t>
        <a:bodyPr/>
        <a:lstStyle/>
        <a:p>
          <a:endParaRPr lang="en-US"/>
        </a:p>
      </dgm:t>
    </dgm:pt>
    <dgm:pt modelId="{41FADB4E-6454-4FED-A0FF-9D2A6EFC73ED}" type="sibTrans" cxnId="{482D3483-5FA7-48F5-AFE8-3E7AD27B995C}">
      <dgm:prSet/>
      <dgm:spPr/>
      <dgm:t>
        <a:bodyPr/>
        <a:lstStyle/>
        <a:p>
          <a:endParaRPr lang="en-US"/>
        </a:p>
      </dgm:t>
    </dgm:pt>
    <dgm:pt modelId="{F7F4A588-6D9D-4074-93F2-2DC132D456FE}">
      <dgm:prSet phldrT="[Text]" custT="1"/>
      <dgm:spPr/>
      <dgm:t>
        <a:bodyPr/>
        <a:lstStyle/>
        <a:p>
          <a:r>
            <a:rPr lang="en-US" sz="1200"/>
            <a:t> Screening and selection</a:t>
          </a:r>
        </a:p>
      </dgm:t>
    </dgm:pt>
    <dgm:pt modelId="{175D7B78-04EA-43AB-9170-14E99C030740}" type="parTrans" cxnId="{7D6548C9-9555-48AD-A525-F57EF1B057FF}">
      <dgm:prSet/>
      <dgm:spPr/>
      <dgm:t>
        <a:bodyPr/>
        <a:lstStyle/>
        <a:p>
          <a:endParaRPr lang="en-US"/>
        </a:p>
      </dgm:t>
    </dgm:pt>
    <dgm:pt modelId="{1849DB13-AEFD-4E5D-9CDA-BE66868513CC}" type="sibTrans" cxnId="{7D6548C9-9555-48AD-A525-F57EF1B057FF}">
      <dgm:prSet/>
      <dgm:spPr/>
      <dgm:t>
        <a:bodyPr/>
        <a:lstStyle/>
        <a:p>
          <a:endParaRPr lang="en-US"/>
        </a:p>
      </dgm:t>
    </dgm:pt>
    <dgm:pt modelId="{5CD8CC7D-0B78-4270-AF04-2AED185DDE83}">
      <dgm:prSet phldrT="[Text]"/>
      <dgm:spPr/>
      <dgm:t>
        <a:bodyPr/>
        <a:lstStyle/>
        <a:p>
          <a:endParaRPr lang="en-US"/>
        </a:p>
      </dgm:t>
    </dgm:pt>
    <dgm:pt modelId="{2D6C36B6-98A0-46F0-84E1-EB00A112FB19}" type="parTrans" cxnId="{C291C4D7-BDBD-465B-8C4D-EEDEEC795B17}">
      <dgm:prSet/>
      <dgm:spPr/>
      <dgm:t>
        <a:bodyPr/>
        <a:lstStyle/>
        <a:p>
          <a:endParaRPr lang="en-US"/>
        </a:p>
      </dgm:t>
    </dgm:pt>
    <dgm:pt modelId="{313C8620-22A6-4262-A654-2EA1B825A5EF}" type="sibTrans" cxnId="{C291C4D7-BDBD-465B-8C4D-EEDEEC795B17}">
      <dgm:prSet/>
      <dgm:spPr/>
      <dgm:t>
        <a:bodyPr/>
        <a:lstStyle/>
        <a:p>
          <a:endParaRPr lang="en-US"/>
        </a:p>
      </dgm:t>
    </dgm:pt>
    <dgm:pt modelId="{89F860AD-17E1-4CCD-BF26-C284EF18B4EA}">
      <dgm:prSet phldrT="[Text]"/>
      <dgm:spPr/>
      <dgm:t>
        <a:bodyPr/>
        <a:lstStyle/>
        <a:p>
          <a:endParaRPr lang="en-US"/>
        </a:p>
      </dgm:t>
    </dgm:pt>
    <dgm:pt modelId="{1DA8380D-8EC2-4F96-8540-2540A5CBC8AE}" type="parTrans" cxnId="{13D50544-800E-4BC6-A180-222B80F4B254}">
      <dgm:prSet/>
      <dgm:spPr/>
      <dgm:t>
        <a:bodyPr/>
        <a:lstStyle/>
        <a:p>
          <a:endParaRPr lang="en-US"/>
        </a:p>
      </dgm:t>
    </dgm:pt>
    <dgm:pt modelId="{F12F7276-A24D-43EA-9C04-71C724385ED0}" type="sibTrans" cxnId="{13D50544-800E-4BC6-A180-222B80F4B254}">
      <dgm:prSet/>
      <dgm:spPr/>
      <dgm:t>
        <a:bodyPr/>
        <a:lstStyle/>
        <a:p>
          <a:endParaRPr lang="en-US"/>
        </a:p>
      </dgm:t>
    </dgm:pt>
    <dgm:pt modelId="{B2BE42A4-1C70-4D97-8CA8-C2AB457171ED}">
      <dgm:prSet phldrT="[Text]"/>
      <dgm:spPr/>
      <dgm:t>
        <a:bodyPr/>
        <a:lstStyle/>
        <a:p>
          <a:endParaRPr lang="en-US"/>
        </a:p>
      </dgm:t>
    </dgm:pt>
    <dgm:pt modelId="{E157430D-E421-4128-AB42-CD8559A53941}" type="parTrans" cxnId="{5ED09C1B-8A48-4650-A87A-B040BAC2CED2}">
      <dgm:prSet/>
      <dgm:spPr/>
      <dgm:t>
        <a:bodyPr/>
        <a:lstStyle/>
        <a:p>
          <a:endParaRPr lang="en-US"/>
        </a:p>
      </dgm:t>
    </dgm:pt>
    <dgm:pt modelId="{EDE66F2E-4225-4D33-A4FB-60AC1213CF0B}" type="sibTrans" cxnId="{5ED09C1B-8A48-4650-A87A-B040BAC2CED2}">
      <dgm:prSet/>
      <dgm:spPr/>
      <dgm:t>
        <a:bodyPr/>
        <a:lstStyle/>
        <a:p>
          <a:endParaRPr lang="en-US"/>
        </a:p>
      </dgm:t>
    </dgm:pt>
    <dgm:pt modelId="{8395ADFA-7994-4277-B384-884939CE89D7}">
      <dgm:prSet phldrT="[Text]"/>
      <dgm:spPr/>
      <dgm:t>
        <a:bodyPr/>
        <a:lstStyle/>
        <a:p>
          <a:r>
            <a:rPr lang="en-US"/>
            <a:t>5</a:t>
          </a:r>
        </a:p>
      </dgm:t>
    </dgm:pt>
    <dgm:pt modelId="{590A86DF-6C46-4F15-8293-6B07355DE59D}" type="parTrans" cxnId="{F87E76D1-2351-4086-844F-B0556FF007A5}">
      <dgm:prSet/>
      <dgm:spPr/>
      <dgm:t>
        <a:bodyPr/>
        <a:lstStyle/>
        <a:p>
          <a:endParaRPr lang="en-US"/>
        </a:p>
      </dgm:t>
    </dgm:pt>
    <dgm:pt modelId="{04EB25B1-0418-42BF-B3CC-BA8508E5E32D}" type="sibTrans" cxnId="{F87E76D1-2351-4086-844F-B0556FF007A5}">
      <dgm:prSet/>
      <dgm:spPr/>
      <dgm:t>
        <a:bodyPr/>
        <a:lstStyle/>
        <a:p>
          <a:endParaRPr lang="en-US"/>
        </a:p>
      </dgm:t>
    </dgm:pt>
    <dgm:pt modelId="{708DE06C-BBF1-4DDD-BE73-B6FFB7E64F39}">
      <dgm:prSet phldrT="[Text]" custT="1"/>
      <dgm:spPr/>
      <dgm:t>
        <a:bodyPr/>
        <a:lstStyle/>
        <a:p>
          <a:r>
            <a:rPr lang="en-US" sz="1200"/>
            <a:t> Data extraction</a:t>
          </a:r>
        </a:p>
      </dgm:t>
    </dgm:pt>
    <dgm:pt modelId="{34798C7B-DC91-4CED-82AF-F7E7F60F8E66}" type="parTrans" cxnId="{588DDC2C-A5BD-4676-B6AC-781A71E91265}">
      <dgm:prSet/>
      <dgm:spPr/>
      <dgm:t>
        <a:bodyPr/>
        <a:lstStyle/>
        <a:p>
          <a:endParaRPr lang="en-US"/>
        </a:p>
      </dgm:t>
    </dgm:pt>
    <dgm:pt modelId="{739B19CB-F944-4D59-9DDF-99AF7C473698}" type="sibTrans" cxnId="{588DDC2C-A5BD-4676-B6AC-781A71E91265}">
      <dgm:prSet/>
      <dgm:spPr/>
      <dgm:t>
        <a:bodyPr/>
        <a:lstStyle/>
        <a:p>
          <a:endParaRPr lang="en-US"/>
        </a:p>
      </dgm:t>
    </dgm:pt>
    <dgm:pt modelId="{A809BCF6-8D02-4D1A-9C0C-1DF8100476E7}">
      <dgm:prSet phldrT="[Text]"/>
      <dgm:spPr/>
      <dgm:t>
        <a:bodyPr/>
        <a:lstStyle/>
        <a:p>
          <a:r>
            <a:rPr lang="en-US"/>
            <a:t>6</a:t>
          </a:r>
        </a:p>
      </dgm:t>
    </dgm:pt>
    <dgm:pt modelId="{FAC06B7A-CB11-4404-8117-36D405F71DC2}" type="parTrans" cxnId="{F2A26507-0866-446B-AAF5-D2A773072DE5}">
      <dgm:prSet/>
      <dgm:spPr/>
      <dgm:t>
        <a:bodyPr/>
        <a:lstStyle/>
        <a:p>
          <a:endParaRPr lang="en-US"/>
        </a:p>
      </dgm:t>
    </dgm:pt>
    <dgm:pt modelId="{C3D431D5-D04A-4F10-9A82-E9228ADD3F5F}" type="sibTrans" cxnId="{F2A26507-0866-446B-AAF5-D2A773072DE5}">
      <dgm:prSet/>
      <dgm:spPr/>
      <dgm:t>
        <a:bodyPr/>
        <a:lstStyle/>
        <a:p>
          <a:endParaRPr lang="en-US"/>
        </a:p>
      </dgm:t>
    </dgm:pt>
    <dgm:pt modelId="{C0C2BEA1-590D-4476-BA45-82FFD257D824}">
      <dgm:prSet phldrT="[Text]"/>
      <dgm:spPr/>
      <dgm:t>
        <a:bodyPr/>
        <a:lstStyle/>
        <a:p>
          <a:endParaRPr lang="en-US"/>
        </a:p>
      </dgm:t>
    </dgm:pt>
    <dgm:pt modelId="{4D060C4A-7EDC-4594-8347-76CB84145280}" type="parTrans" cxnId="{A001E822-B7B0-4E60-A65C-70391C19A373}">
      <dgm:prSet/>
      <dgm:spPr/>
      <dgm:t>
        <a:bodyPr/>
        <a:lstStyle/>
        <a:p>
          <a:endParaRPr lang="en-US"/>
        </a:p>
      </dgm:t>
    </dgm:pt>
    <dgm:pt modelId="{8C8C35C8-5610-4295-BAA0-4157404C9314}" type="sibTrans" cxnId="{A001E822-B7B0-4E60-A65C-70391C19A373}">
      <dgm:prSet/>
      <dgm:spPr/>
      <dgm:t>
        <a:bodyPr/>
        <a:lstStyle/>
        <a:p>
          <a:endParaRPr lang="en-US"/>
        </a:p>
      </dgm:t>
    </dgm:pt>
    <dgm:pt modelId="{A54C76E3-7BAA-4264-A121-4D3D5A1EA35C}">
      <dgm:prSet phldrT="[Text]" custT="1"/>
      <dgm:spPr/>
      <dgm:t>
        <a:bodyPr/>
        <a:lstStyle/>
        <a:p>
          <a:r>
            <a:rPr lang="en-US" sz="1100"/>
            <a:t> Data analysis</a:t>
          </a:r>
        </a:p>
      </dgm:t>
    </dgm:pt>
    <dgm:pt modelId="{A63F210D-71B9-4D48-9EE9-74EC6D1DB54A}" type="parTrans" cxnId="{89543B8A-5D65-44CB-A450-CD9171B5637C}">
      <dgm:prSet/>
      <dgm:spPr/>
      <dgm:t>
        <a:bodyPr/>
        <a:lstStyle/>
        <a:p>
          <a:endParaRPr lang="en-US"/>
        </a:p>
      </dgm:t>
    </dgm:pt>
    <dgm:pt modelId="{BB972FD0-E84C-4F62-95D7-01900BABEA5D}" type="sibTrans" cxnId="{89543B8A-5D65-44CB-A450-CD9171B5637C}">
      <dgm:prSet/>
      <dgm:spPr/>
      <dgm:t>
        <a:bodyPr/>
        <a:lstStyle/>
        <a:p>
          <a:endParaRPr lang="en-US"/>
        </a:p>
      </dgm:t>
    </dgm:pt>
    <dgm:pt modelId="{FCA69C4D-9427-45E9-9231-51AF1C0C425E}">
      <dgm:prSet phldrT="[Text]"/>
      <dgm:spPr/>
      <dgm:t>
        <a:bodyPr/>
        <a:lstStyle/>
        <a:p>
          <a:endParaRPr lang="en-US"/>
        </a:p>
      </dgm:t>
    </dgm:pt>
    <dgm:pt modelId="{C14E36F9-5AB2-4097-ACAB-0C835B8DDDCB}" type="parTrans" cxnId="{190B7C34-F187-4AA2-BC87-99AA97776008}">
      <dgm:prSet/>
      <dgm:spPr/>
      <dgm:t>
        <a:bodyPr/>
        <a:lstStyle/>
        <a:p>
          <a:endParaRPr lang="en-US"/>
        </a:p>
      </dgm:t>
    </dgm:pt>
    <dgm:pt modelId="{EC61A175-835E-4ACE-A87F-8B5CCCA36280}" type="sibTrans" cxnId="{190B7C34-F187-4AA2-BC87-99AA97776008}">
      <dgm:prSet/>
      <dgm:spPr/>
      <dgm:t>
        <a:bodyPr/>
        <a:lstStyle/>
        <a:p>
          <a:endParaRPr lang="en-US"/>
        </a:p>
      </dgm:t>
    </dgm:pt>
    <dgm:pt modelId="{A1F0B2EB-371D-4D40-813D-E273C30549C7}" type="pres">
      <dgm:prSet presAssocID="{6D355D4D-6FEE-48A2-8C27-3512FF73A4E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D8E3D6E1-9274-4761-9B2B-098F6C0B7604}" type="pres">
      <dgm:prSet presAssocID="{B5D4152E-F1F3-485A-80F4-601DCDC688DF}" presName="composite" presStyleCnt="0"/>
      <dgm:spPr/>
    </dgm:pt>
    <dgm:pt modelId="{A4D8FFA4-13ED-4C5D-95FA-9028A6165374}" type="pres">
      <dgm:prSet presAssocID="{B5D4152E-F1F3-485A-80F4-601DCDC688DF}" presName="FirstChild" presStyleLbl="revTx" presStyleIdx="0" presStyleCnt="11">
        <dgm:presLayoutVars>
          <dgm:chMax val="0"/>
          <dgm:chPref val="0"/>
          <dgm:bulletEnabled val="1"/>
        </dgm:presLayoutVars>
      </dgm:prSet>
      <dgm:spPr/>
    </dgm:pt>
    <dgm:pt modelId="{2BF4304F-7CC8-4774-908E-7E184164C0BD}" type="pres">
      <dgm:prSet presAssocID="{B5D4152E-F1F3-485A-80F4-601DCDC688DF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47849CBB-3D6A-4F9B-8600-9B8090CFD469}" type="pres">
      <dgm:prSet presAssocID="{B5D4152E-F1F3-485A-80F4-601DCDC688DF}" presName="Accent" presStyleLbl="parChTrans1D1" presStyleIdx="0" presStyleCnt="6"/>
      <dgm:spPr/>
    </dgm:pt>
    <dgm:pt modelId="{6DC09CC4-AA12-41DC-AC83-2012656C9043}" type="pres">
      <dgm:prSet presAssocID="{B5D4152E-F1F3-485A-80F4-601DCDC688DF}" presName="Child" presStyleLbl="revTx" presStyleIdx="1" presStyleCnt="11">
        <dgm:presLayoutVars>
          <dgm:chMax val="0"/>
          <dgm:chPref val="0"/>
          <dgm:bulletEnabled val="1"/>
        </dgm:presLayoutVars>
      </dgm:prSet>
      <dgm:spPr/>
    </dgm:pt>
    <dgm:pt modelId="{EFDA725C-1863-4C0F-BE4E-75F4040B20EE}" type="pres">
      <dgm:prSet presAssocID="{9581958F-ACD3-4224-A53B-A2DBD094CF65}" presName="sibTrans" presStyleCnt="0"/>
      <dgm:spPr/>
    </dgm:pt>
    <dgm:pt modelId="{35E0B831-3D5D-4750-82F9-DE8BF988D92E}" type="pres">
      <dgm:prSet presAssocID="{E7FC5F4A-FAA2-4FD0-AC21-CBFB7E093660}" presName="composite" presStyleCnt="0"/>
      <dgm:spPr/>
    </dgm:pt>
    <dgm:pt modelId="{4DCB3C8F-8656-4019-8781-C15F2377AE0B}" type="pres">
      <dgm:prSet presAssocID="{E7FC5F4A-FAA2-4FD0-AC21-CBFB7E093660}" presName="FirstChild" presStyleLbl="revTx" presStyleIdx="2" presStyleCnt="11">
        <dgm:presLayoutVars>
          <dgm:chMax val="0"/>
          <dgm:chPref val="0"/>
          <dgm:bulletEnabled val="1"/>
        </dgm:presLayoutVars>
      </dgm:prSet>
      <dgm:spPr/>
    </dgm:pt>
    <dgm:pt modelId="{E057795A-5E54-4EC8-873F-C865BF9E3703}" type="pres">
      <dgm:prSet presAssocID="{E7FC5F4A-FAA2-4FD0-AC21-CBFB7E093660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98CC0E0C-E7E1-45A8-9DF9-EA537BF7388B}" type="pres">
      <dgm:prSet presAssocID="{E7FC5F4A-FAA2-4FD0-AC21-CBFB7E093660}" presName="Accent" presStyleLbl="parChTrans1D1" presStyleIdx="1" presStyleCnt="6"/>
      <dgm:spPr/>
    </dgm:pt>
    <dgm:pt modelId="{163C9471-2436-4B22-B8B3-AEA2CED5D197}" type="pres">
      <dgm:prSet presAssocID="{E7FC5F4A-FAA2-4FD0-AC21-CBFB7E093660}" presName="Child" presStyleLbl="revTx" presStyleIdx="3" presStyleCnt="11" custLinFactY="-5840" custLinFactNeighborX="9219" custLinFactNeighborY="-100000">
        <dgm:presLayoutVars>
          <dgm:chMax val="0"/>
          <dgm:chPref val="0"/>
          <dgm:bulletEnabled val="1"/>
        </dgm:presLayoutVars>
      </dgm:prSet>
      <dgm:spPr/>
    </dgm:pt>
    <dgm:pt modelId="{619E511C-D759-48BD-9DA8-FE69663257F2}" type="pres">
      <dgm:prSet presAssocID="{B1A724F0-9EC5-4762-A59C-8553AE0879CF}" presName="sibTrans" presStyleCnt="0"/>
      <dgm:spPr/>
    </dgm:pt>
    <dgm:pt modelId="{7E017595-23B1-479A-BF4F-6A0DC0F83BB4}" type="pres">
      <dgm:prSet presAssocID="{72003D38-F3F6-46E9-B016-75B2B430EB14}" presName="composite" presStyleCnt="0"/>
      <dgm:spPr/>
    </dgm:pt>
    <dgm:pt modelId="{FFBA0BA4-F7C9-44F8-AE72-DB27EA9A2CBA}" type="pres">
      <dgm:prSet presAssocID="{72003D38-F3F6-46E9-B016-75B2B430EB14}" presName="FirstChild" presStyleLbl="revTx" presStyleIdx="4" presStyleCnt="11">
        <dgm:presLayoutVars>
          <dgm:chMax val="0"/>
          <dgm:chPref val="0"/>
          <dgm:bulletEnabled val="1"/>
        </dgm:presLayoutVars>
      </dgm:prSet>
      <dgm:spPr/>
    </dgm:pt>
    <dgm:pt modelId="{7581186A-E22D-4F63-82B6-A1B65D1B0BA5}" type="pres">
      <dgm:prSet presAssocID="{72003D38-F3F6-46E9-B016-75B2B430EB14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8ED4C360-2FE9-44FD-A743-3B65251C057F}" type="pres">
      <dgm:prSet presAssocID="{72003D38-F3F6-46E9-B016-75B2B430EB14}" presName="Accent" presStyleLbl="parChTrans1D1" presStyleIdx="2" presStyleCnt="6"/>
      <dgm:spPr/>
    </dgm:pt>
    <dgm:pt modelId="{CC8FF367-740A-449C-9A2A-4486EA5D0C05}" type="pres">
      <dgm:prSet presAssocID="{72003D38-F3F6-46E9-B016-75B2B430EB14}" presName="Child" presStyleLbl="revTx" presStyleIdx="5" presStyleCnt="11">
        <dgm:presLayoutVars>
          <dgm:chMax val="0"/>
          <dgm:chPref val="0"/>
          <dgm:bulletEnabled val="1"/>
        </dgm:presLayoutVars>
      </dgm:prSet>
      <dgm:spPr/>
    </dgm:pt>
    <dgm:pt modelId="{099D4849-61A0-4A69-A31E-48ADC6822E6D}" type="pres">
      <dgm:prSet presAssocID="{E4E6EC44-BB0A-4FA7-BAAA-6A9B0E5D83FE}" presName="sibTrans" presStyleCnt="0"/>
      <dgm:spPr/>
    </dgm:pt>
    <dgm:pt modelId="{933ADEDD-8421-47AB-994B-E46123FBD7DB}" type="pres">
      <dgm:prSet presAssocID="{FAC29DE9-8DEA-4B96-95CA-28E517635262}" presName="composite" presStyleCnt="0"/>
      <dgm:spPr/>
    </dgm:pt>
    <dgm:pt modelId="{FCB5C1CA-4801-47DB-9005-E2C4B131B8C3}" type="pres">
      <dgm:prSet presAssocID="{FAC29DE9-8DEA-4B96-95CA-28E517635262}" presName="FirstChild" presStyleLbl="revTx" presStyleIdx="6" presStyleCnt="11">
        <dgm:presLayoutVars>
          <dgm:chMax val="0"/>
          <dgm:chPref val="0"/>
          <dgm:bulletEnabled val="1"/>
        </dgm:presLayoutVars>
      </dgm:prSet>
      <dgm:spPr/>
    </dgm:pt>
    <dgm:pt modelId="{18A9F465-D9A9-4CFD-BEFF-2A617ED975E8}" type="pres">
      <dgm:prSet presAssocID="{FAC29DE9-8DEA-4B96-95CA-28E517635262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138AF01A-C319-4179-A353-FFA88426D90E}" type="pres">
      <dgm:prSet presAssocID="{FAC29DE9-8DEA-4B96-95CA-28E517635262}" presName="Accent" presStyleLbl="parChTrans1D1" presStyleIdx="3" presStyleCnt="6"/>
      <dgm:spPr/>
    </dgm:pt>
    <dgm:pt modelId="{A12BAB62-67B2-4CAA-A1BC-DB0F99DCB205}" type="pres">
      <dgm:prSet presAssocID="{FAC29DE9-8DEA-4B96-95CA-28E517635262}" presName="Child" presStyleLbl="revTx" presStyleIdx="7" presStyleCnt="11">
        <dgm:presLayoutVars>
          <dgm:chMax val="0"/>
          <dgm:chPref val="0"/>
          <dgm:bulletEnabled val="1"/>
        </dgm:presLayoutVars>
      </dgm:prSet>
      <dgm:spPr/>
    </dgm:pt>
    <dgm:pt modelId="{23169CE2-59A0-4306-B803-6F11DCFF8AF6}" type="pres">
      <dgm:prSet presAssocID="{41FADB4E-6454-4FED-A0FF-9D2A6EFC73ED}" presName="sibTrans" presStyleCnt="0"/>
      <dgm:spPr/>
    </dgm:pt>
    <dgm:pt modelId="{0CBF1A3F-FF01-4E6E-9C8A-0C310CC08498}" type="pres">
      <dgm:prSet presAssocID="{8395ADFA-7994-4277-B384-884939CE89D7}" presName="composite" presStyleCnt="0"/>
      <dgm:spPr/>
    </dgm:pt>
    <dgm:pt modelId="{AC84FB34-61B3-4E2B-9C0B-C1BEC9EC982B}" type="pres">
      <dgm:prSet presAssocID="{8395ADFA-7994-4277-B384-884939CE89D7}" presName="FirstChild" presStyleLbl="revTx" presStyleIdx="8" presStyleCnt="11">
        <dgm:presLayoutVars>
          <dgm:chMax val="0"/>
          <dgm:chPref val="0"/>
          <dgm:bulletEnabled val="1"/>
        </dgm:presLayoutVars>
      </dgm:prSet>
      <dgm:spPr/>
    </dgm:pt>
    <dgm:pt modelId="{DDE0D526-5842-4BAD-86FB-E9E3C6E211C2}" type="pres">
      <dgm:prSet presAssocID="{8395ADFA-7994-4277-B384-884939CE89D7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4A2D533D-28BB-4555-8859-C97B2154DD08}" type="pres">
      <dgm:prSet presAssocID="{8395ADFA-7994-4277-B384-884939CE89D7}" presName="Accent" presStyleLbl="parChTrans1D1" presStyleIdx="4" presStyleCnt="6"/>
      <dgm:spPr/>
    </dgm:pt>
    <dgm:pt modelId="{BC17BD9F-C923-493E-95B5-B7009B2A42BB}" type="pres">
      <dgm:prSet presAssocID="{8395ADFA-7994-4277-B384-884939CE89D7}" presName="Child" presStyleLbl="revTx" presStyleIdx="9" presStyleCnt="11">
        <dgm:presLayoutVars>
          <dgm:chMax val="0"/>
          <dgm:chPref val="0"/>
          <dgm:bulletEnabled val="1"/>
        </dgm:presLayoutVars>
      </dgm:prSet>
      <dgm:spPr/>
    </dgm:pt>
    <dgm:pt modelId="{3762E8DF-1B34-4660-B16B-B4A5C32C4430}" type="pres">
      <dgm:prSet presAssocID="{04EB25B1-0418-42BF-B3CC-BA8508E5E32D}" presName="sibTrans" presStyleCnt="0"/>
      <dgm:spPr/>
    </dgm:pt>
    <dgm:pt modelId="{71C7B264-DD23-4830-90F1-CBB64BF2A1B3}" type="pres">
      <dgm:prSet presAssocID="{A809BCF6-8D02-4D1A-9C0C-1DF8100476E7}" presName="composite" presStyleCnt="0"/>
      <dgm:spPr/>
    </dgm:pt>
    <dgm:pt modelId="{F5A18D16-CDE4-4ACD-9B67-26F718E85085}" type="pres">
      <dgm:prSet presAssocID="{A809BCF6-8D02-4D1A-9C0C-1DF8100476E7}" presName="FirstChild" presStyleLbl="revTx" presStyleIdx="10" presStyleCnt="11">
        <dgm:presLayoutVars>
          <dgm:chMax val="0"/>
          <dgm:chPref val="0"/>
          <dgm:bulletEnabled val="1"/>
        </dgm:presLayoutVars>
      </dgm:prSet>
      <dgm:spPr/>
    </dgm:pt>
    <dgm:pt modelId="{5E98CF43-A0BD-4A30-B924-0C8C281EA805}" type="pres">
      <dgm:prSet presAssocID="{A809BCF6-8D02-4D1A-9C0C-1DF8100476E7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201B7E86-F2E1-4B5B-9642-484F63DA3725}" type="pres">
      <dgm:prSet presAssocID="{A809BCF6-8D02-4D1A-9C0C-1DF8100476E7}" presName="Accent" presStyleLbl="parChTrans1D1" presStyleIdx="5" presStyleCnt="6"/>
      <dgm:spPr/>
    </dgm:pt>
  </dgm:ptLst>
  <dgm:cxnLst>
    <dgm:cxn modelId="{9C3EEE05-4166-4311-BFCD-C4249CF19C6D}" type="presOf" srcId="{B2BE42A4-1C70-4D97-8CA8-C2AB457171ED}" destId="{CC8FF367-740A-449C-9A2A-4486EA5D0C05}" srcOrd="0" destOrd="0" presId="urn:microsoft.com/office/officeart/2011/layout/TabList"/>
    <dgm:cxn modelId="{F2A26507-0866-446B-AAF5-D2A773072DE5}" srcId="{6D355D4D-6FEE-48A2-8C27-3512FF73A4E1}" destId="{A809BCF6-8D02-4D1A-9C0C-1DF8100476E7}" srcOrd="5" destOrd="0" parTransId="{FAC06B7A-CB11-4404-8117-36D405F71DC2}" sibTransId="{C3D431D5-D04A-4F10-9A82-E9228ADD3F5F}"/>
    <dgm:cxn modelId="{FFB7EC19-5C02-47FC-B292-00B1305B6B46}" type="presOf" srcId="{708DE06C-BBF1-4DDD-BE73-B6FFB7E64F39}" destId="{AC84FB34-61B3-4E2B-9C0B-C1BEC9EC982B}" srcOrd="0" destOrd="0" presId="urn:microsoft.com/office/officeart/2011/layout/TabList"/>
    <dgm:cxn modelId="{5ED09C1B-8A48-4650-A87A-B040BAC2CED2}" srcId="{72003D38-F3F6-46E9-B016-75B2B430EB14}" destId="{B2BE42A4-1C70-4D97-8CA8-C2AB457171ED}" srcOrd="1" destOrd="0" parTransId="{E157430D-E421-4128-AB42-CD8559A53941}" sibTransId="{EDE66F2E-4225-4D33-A4FB-60AC1213CF0B}"/>
    <dgm:cxn modelId="{EC3E6720-D25C-434D-9B06-2C2D71F29B5C}" srcId="{72003D38-F3F6-46E9-B016-75B2B430EB14}" destId="{DE4C0213-4FB4-4102-8933-8AD93A198FE5}" srcOrd="0" destOrd="0" parTransId="{13ECDBC2-BA4D-463F-802A-96FE1EC66974}" sibTransId="{D5FE7090-248F-47C5-A1EC-645C408458F9}"/>
    <dgm:cxn modelId="{A001E822-B7B0-4E60-A65C-70391C19A373}" srcId="{8395ADFA-7994-4277-B384-884939CE89D7}" destId="{C0C2BEA1-590D-4476-BA45-82FFD257D824}" srcOrd="1" destOrd="0" parTransId="{4D060C4A-7EDC-4594-8347-76CB84145280}" sibTransId="{8C8C35C8-5610-4295-BAA0-4157404C9314}"/>
    <dgm:cxn modelId="{C2C01225-6C69-4D86-BACB-0B2A3003D952}" srcId="{E7FC5F4A-FAA2-4FD0-AC21-CBFB7E093660}" destId="{C626BEDE-718A-4888-860B-F1EE5B479C8F}" srcOrd="0" destOrd="0" parTransId="{F01E6F51-512A-48C7-9901-40C6329EABFD}" sibTransId="{5DC09828-ADF8-41E6-B09C-9F064425C2C7}"/>
    <dgm:cxn modelId="{588DDC2C-A5BD-4676-B6AC-781A71E91265}" srcId="{8395ADFA-7994-4277-B384-884939CE89D7}" destId="{708DE06C-BBF1-4DDD-BE73-B6FFB7E64F39}" srcOrd="0" destOrd="0" parTransId="{34798C7B-DC91-4CED-82AF-F7E7F60F8E66}" sibTransId="{739B19CB-F944-4D59-9DDF-99AF7C473698}"/>
    <dgm:cxn modelId="{9EF9502E-B00A-4B2F-82B0-54BE56B916A2}" srcId="{B5D4152E-F1F3-485A-80F4-601DCDC688DF}" destId="{21AB18D2-79ED-4E4E-803A-E72415D1C9B6}" srcOrd="0" destOrd="0" parTransId="{8E7721B9-AB7C-4C45-8648-88E809D9E29C}" sibTransId="{9F8BB977-A1A1-4F5C-AE44-F3E22C701B79}"/>
    <dgm:cxn modelId="{190B7C34-F187-4AA2-BC87-99AA97776008}" srcId="{FAC29DE9-8DEA-4B96-95CA-28E517635262}" destId="{FCA69C4D-9427-45E9-9231-51AF1C0C425E}" srcOrd="1" destOrd="0" parTransId="{C14E36F9-5AB2-4097-ACAB-0C835B8DDDCB}" sibTransId="{EC61A175-835E-4ACE-A87F-8B5CCCA36280}"/>
    <dgm:cxn modelId="{3C1E793C-3E43-4032-BD89-2B2D4077F7A6}" srcId="{6D355D4D-6FEE-48A2-8C27-3512FF73A4E1}" destId="{B5D4152E-F1F3-485A-80F4-601DCDC688DF}" srcOrd="0" destOrd="0" parTransId="{7961EDFD-2BDB-46AE-AF49-B23EAC8C11AB}" sibTransId="{9581958F-ACD3-4224-A53B-A2DBD094CF65}"/>
    <dgm:cxn modelId="{13D50544-800E-4BC6-A180-222B80F4B254}" srcId="{E7FC5F4A-FAA2-4FD0-AC21-CBFB7E093660}" destId="{89F860AD-17E1-4CCD-BF26-C284EF18B4EA}" srcOrd="1" destOrd="0" parTransId="{1DA8380D-8EC2-4F96-8540-2540A5CBC8AE}" sibTransId="{F12F7276-A24D-43EA-9C04-71C724385ED0}"/>
    <dgm:cxn modelId="{04320B6B-F78F-405A-AF30-31F073AAF2F7}" srcId="{6D355D4D-6FEE-48A2-8C27-3512FF73A4E1}" destId="{E7FC5F4A-FAA2-4FD0-AC21-CBFB7E093660}" srcOrd="1" destOrd="0" parTransId="{2E9B5E88-01C3-499C-A28F-C99DACE00063}" sibTransId="{B1A724F0-9EC5-4762-A59C-8553AE0879CF}"/>
    <dgm:cxn modelId="{056BD04B-C754-4D9E-82FA-47238D6152EB}" type="presOf" srcId="{F7F4A588-6D9D-4074-93F2-2DC132D456FE}" destId="{FCB5C1CA-4801-47DB-9005-E2C4B131B8C3}" srcOrd="0" destOrd="0" presId="urn:microsoft.com/office/officeart/2011/layout/TabList"/>
    <dgm:cxn modelId="{AEA7FC4C-C513-44CA-81CD-E49836A241A8}" type="presOf" srcId="{8395ADFA-7994-4277-B384-884939CE89D7}" destId="{DDE0D526-5842-4BAD-86FB-E9E3C6E211C2}" srcOrd="0" destOrd="0" presId="urn:microsoft.com/office/officeart/2011/layout/TabList"/>
    <dgm:cxn modelId="{CE82D570-92AC-48FD-AFF4-A2CCF8DFBA37}" type="presOf" srcId="{A809BCF6-8D02-4D1A-9C0C-1DF8100476E7}" destId="{5E98CF43-A0BD-4A30-B924-0C8C281EA805}" srcOrd="0" destOrd="0" presId="urn:microsoft.com/office/officeart/2011/layout/TabList"/>
    <dgm:cxn modelId="{9BC98852-63D2-4085-8F12-D8DBE02957F6}" type="presOf" srcId="{DE4C0213-4FB4-4102-8933-8AD93A198FE5}" destId="{FFBA0BA4-F7C9-44F8-AE72-DB27EA9A2CBA}" srcOrd="0" destOrd="0" presId="urn:microsoft.com/office/officeart/2011/layout/TabList"/>
    <dgm:cxn modelId="{0C0BD254-D37F-47FF-9F0F-20A16E183D0C}" type="presOf" srcId="{89F860AD-17E1-4CCD-BF26-C284EF18B4EA}" destId="{163C9471-2436-4B22-B8B3-AEA2CED5D197}" srcOrd="0" destOrd="0" presId="urn:microsoft.com/office/officeart/2011/layout/TabList"/>
    <dgm:cxn modelId="{482D3483-5FA7-48F5-AFE8-3E7AD27B995C}" srcId="{6D355D4D-6FEE-48A2-8C27-3512FF73A4E1}" destId="{FAC29DE9-8DEA-4B96-95CA-28E517635262}" srcOrd="3" destOrd="0" parTransId="{75B9EA2B-EFE1-4042-8A13-B5CD44CA2C5A}" sibTransId="{41FADB4E-6454-4FED-A0FF-9D2A6EFC73ED}"/>
    <dgm:cxn modelId="{E043B385-69A0-4583-BC99-86AA414127DC}" type="presOf" srcId="{72003D38-F3F6-46E9-B016-75B2B430EB14}" destId="{7581186A-E22D-4F63-82B6-A1B65D1B0BA5}" srcOrd="0" destOrd="0" presId="urn:microsoft.com/office/officeart/2011/layout/TabList"/>
    <dgm:cxn modelId="{B565C785-C618-4D88-924E-6CB31A6404A3}" type="presOf" srcId="{E7FC5F4A-FAA2-4FD0-AC21-CBFB7E093660}" destId="{E057795A-5E54-4EC8-873F-C865BF9E3703}" srcOrd="0" destOrd="0" presId="urn:microsoft.com/office/officeart/2011/layout/TabList"/>
    <dgm:cxn modelId="{60C20588-2B84-404C-B4D7-59D9B9F4B3AB}" type="presOf" srcId="{FCA69C4D-9427-45E9-9231-51AF1C0C425E}" destId="{A12BAB62-67B2-4CAA-A1BC-DB0F99DCB205}" srcOrd="0" destOrd="0" presId="urn:microsoft.com/office/officeart/2011/layout/TabList"/>
    <dgm:cxn modelId="{89543B8A-5D65-44CB-A450-CD9171B5637C}" srcId="{A809BCF6-8D02-4D1A-9C0C-1DF8100476E7}" destId="{A54C76E3-7BAA-4264-A121-4D3D5A1EA35C}" srcOrd="0" destOrd="0" parTransId="{A63F210D-71B9-4D48-9EE9-74EC6D1DB54A}" sibTransId="{BB972FD0-E84C-4F62-95D7-01900BABEA5D}"/>
    <dgm:cxn modelId="{07CD3A8E-9BFB-44B8-9C1B-99CEEC7C7658}" type="presOf" srcId="{A54C76E3-7BAA-4264-A121-4D3D5A1EA35C}" destId="{F5A18D16-CDE4-4ACD-9B67-26F718E85085}" srcOrd="0" destOrd="0" presId="urn:microsoft.com/office/officeart/2011/layout/TabList"/>
    <dgm:cxn modelId="{4E59A6B8-4C43-46D8-8AAF-E11F3EE56782}" type="presOf" srcId="{FAC29DE9-8DEA-4B96-95CA-28E517635262}" destId="{18A9F465-D9A9-4CFD-BEFF-2A617ED975E8}" srcOrd="0" destOrd="0" presId="urn:microsoft.com/office/officeart/2011/layout/TabList"/>
    <dgm:cxn modelId="{37161ABD-1E3F-4E80-A219-2061BEC39824}" type="presOf" srcId="{21AB18D2-79ED-4E4E-803A-E72415D1C9B6}" destId="{A4D8FFA4-13ED-4C5D-95FA-9028A6165374}" srcOrd="0" destOrd="0" presId="urn:microsoft.com/office/officeart/2011/layout/TabList"/>
    <dgm:cxn modelId="{AD1445C9-B392-4D78-AEAE-ADB4E0B4A1E4}" type="presOf" srcId="{B5D4152E-F1F3-485A-80F4-601DCDC688DF}" destId="{2BF4304F-7CC8-4774-908E-7E184164C0BD}" srcOrd="0" destOrd="0" presId="urn:microsoft.com/office/officeart/2011/layout/TabList"/>
    <dgm:cxn modelId="{7D6548C9-9555-48AD-A525-F57EF1B057FF}" srcId="{FAC29DE9-8DEA-4B96-95CA-28E517635262}" destId="{F7F4A588-6D9D-4074-93F2-2DC132D456FE}" srcOrd="0" destOrd="0" parTransId="{175D7B78-04EA-43AB-9170-14E99C030740}" sibTransId="{1849DB13-AEFD-4E5D-9CDA-BE66868513CC}"/>
    <dgm:cxn modelId="{A86A9AD0-FEDE-4CE6-A81D-3DC2CD5DE7C0}" type="presOf" srcId="{C626BEDE-718A-4888-860B-F1EE5B479C8F}" destId="{4DCB3C8F-8656-4019-8781-C15F2377AE0B}" srcOrd="0" destOrd="0" presId="urn:microsoft.com/office/officeart/2011/layout/TabList"/>
    <dgm:cxn modelId="{F87E76D1-2351-4086-844F-B0556FF007A5}" srcId="{6D355D4D-6FEE-48A2-8C27-3512FF73A4E1}" destId="{8395ADFA-7994-4277-B384-884939CE89D7}" srcOrd="4" destOrd="0" parTransId="{590A86DF-6C46-4F15-8293-6B07355DE59D}" sibTransId="{04EB25B1-0418-42BF-B3CC-BA8508E5E32D}"/>
    <dgm:cxn modelId="{C291C4D7-BDBD-465B-8C4D-EEDEEC795B17}" srcId="{B5D4152E-F1F3-485A-80F4-601DCDC688DF}" destId="{5CD8CC7D-0B78-4270-AF04-2AED185DDE83}" srcOrd="1" destOrd="0" parTransId="{2D6C36B6-98A0-46F0-84E1-EB00A112FB19}" sibTransId="{313C8620-22A6-4262-A654-2EA1B825A5EF}"/>
    <dgm:cxn modelId="{D31D96E3-3E7D-44DB-9D03-F451855DC362}" srcId="{6D355D4D-6FEE-48A2-8C27-3512FF73A4E1}" destId="{72003D38-F3F6-46E9-B016-75B2B430EB14}" srcOrd="2" destOrd="0" parTransId="{08E4D7DF-2F5A-43AE-A2C8-75666CF8AE59}" sibTransId="{E4E6EC44-BB0A-4FA7-BAAA-6A9B0E5D83FE}"/>
    <dgm:cxn modelId="{FCB71AE4-3DE3-4D3C-BE05-02F8B755ED1C}" type="presOf" srcId="{6D355D4D-6FEE-48A2-8C27-3512FF73A4E1}" destId="{A1F0B2EB-371D-4D40-813D-E273C30549C7}" srcOrd="0" destOrd="0" presId="urn:microsoft.com/office/officeart/2011/layout/TabList"/>
    <dgm:cxn modelId="{FC9563E7-4C2F-4A82-BBA1-72A11E897027}" type="presOf" srcId="{5CD8CC7D-0B78-4270-AF04-2AED185DDE83}" destId="{6DC09CC4-AA12-41DC-AC83-2012656C9043}" srcOrd="0" destOrd="0" presId="urn:microsoft.com/office/officeart/2011/layout/TabList"/>
    <dgm:cxn modelId="{776D56E9-E6E5-4087-99A1-3387C573E86A}" type="presOf" srcId="{C0C2BEA1-590D-4476-BA45-82FFD257D824}" destId="{BC17BD9F-C923-493E-95B5-B7009B2A42BB}" srcOrd="0" destOrd="0" presId="urn:microsoft.com/office/officeart/2011/layout/TabList"/>
    <dgm:cxn modelId="{F85A3C2D-A1C4-417C-83F8-3DB215345502}" type="presParOf" srcId="{A1F0B2EB-371D-4D40-813D-E273C30549C7}" destId="{D8E3D6E1-9274-4761-9B2B-098F6C0B7604}" srcOrd="0" destOrd="0" presId="urn:microsoft.com/office/officeart/2011/layout/TabList"/>
    <dgm:cxn modelId="{4628A524-B72D-47D2-B0E1-A2ECC240F099}" type="presParOf" srcId="{D8E3D6E1-9274-4761-9B2B-098F6C0B7604}" destId="{A4D8FFA4-13ED-4C5D-95FA-9028A6165374}" srcOrd="0" destOrd="0" presId="urn:microsoft.com/office/officeart/2011/layout/TabList"/>
    <dgm:cxn modelId="{DEDDBCE1-6BF0-4817-A252-19187D883D7B}" type="presParOf" srcId="{D8E3D6E1-9274-4761-9B2B-098F6C0B7604}" destId="{2BF4304F-7CC8-4774-908E-7E184164C0BD}" srcOrd="1" destOrd="0" presId="urn:microsoft.com/office/officeart/2011/layout/TabList"/>
    <dgm:cxn modelId="{CB892FCA-DE7A-4BD1-9DD9-F04FF63EE1FC}" type="presParOf" srcId="{D8E3D6E1-9274-4761-9B2B-098F6C0B7604}" destId="{47849CBB-3D6A-4F9B-8600-9B8090CFD469}" srcOrd="2" destOrd="0" presId="urn:microsoft.com/office/officeart/2011/layout/TabList"/>
    <dgm:cxn modelId="{89A066CD-AA46-4DAA-BA9C-63A9D947A0BE}" type="presParOf" srcId="{A1F0B2EB-371D-4D40-813D-E273C30549C7}" destId="{6DC09CC4-AA12-41DC-AC83-2012656C9043}" srcOrd="1" destOrd="0" presId="urn:microsoft.com/office/officeart/2011/layout/TabList"/>
    <dgm:cxn modelId="{D008C72C-0CB3-4F70-AF3B-6C001D717BED}" type="presParOf" srcId="{A1F0B2EB-371D-4D40-813D-E273C30549C7}" destId="{EFDA725C-1863-4C0F-BE4E-75F4040B20EE}" srcOrd="2" destOrd="0" presId="urn:microsoft.com/office/officeart/2011/layout/TabList"/>
    <dgm:cxn modelId="{4DB57F24-5896-45B4-9F64-4F4C20937F90}" type="presParOf" srcId="{A1F0B2EB-371D-4D40-813D-E273C30549C7}" destId="{35E0B831-3D5D-4750-82F9-DE8BF988D92E}" srcOrd="3" destOrd="0" presId="urn:microsoft.com/office/officeart/2011/layout/TabList"/>
    <dgm:cxn modelId="{E978894C-81E4-4CC0-9D35-FF685953B825}" type="presParOf" srcId="{35E0B831-3D5D-4750-82F9-DE8BF988D92E}" destId="{4DCB3C8F-8656-4019-8781-C15F2377AE0B}" srcOrd="0" destOrd="0" presId="urn:microsoft.com/office/officeart/2011/layout/TabList"/>
    <dgm:cxn modelId="{941D4CC0-E1C3-4B7C-B2D8-FEC6C5477C06}" type="presParOf" srcId="{35E0B831-3D5D-4750-82F9-DE8BF988D92E}" destId="{E057795A-5E54-4EC8-873F-C865BF9E3703}" srcOrd="1" destOrd="0" presId="urn:microsoft.com/office/officeart/2011/layout/TabList"/>
    <dgm:cxn modelId="{22021750-322B-4B93-8FA4-E74DCE23506E}" type="presParOf" srcId="{35E0B831-3D5D-4750-82F9-DE8BF988D92E}" destId="{98CC0E0C-E7E1-45A8-9DF9-EA537BF7388B}" srcOrd="2" destOrd="0" presId="urn:microsoft.com/office/officeart/2011/layout/TabList"/>
    <dgm:cxn modelId="{BCA45BFA-DE77-45FC-9295-C2EE0222B22C}" type="presParOf" srcId="{A1F0B2EB-371D-4D40-813D-E273C30549C7}" destId="{163C9471-2436-4B22-B8B3-AEA2CED5D197}" srcOrd="4" destOrd="0" presId="urn:microsoft.com/office/officeart/2011/layout/TabList"/>
    <dgm:cxn modelId="{600E53E1-5C2F-4B3B-9F66-6A4374E7AB58}" type="presParOf" srcId="{A1F0B2EB-371D-4D40-813D-E273C30549C7}" destId="{619E511C-D759-48BD-9DA8-FE69663257F2}" srcOrd="5" destOrd="0" presId="urn:microsoft.com/office/officeart/2011/layout/TabList"/>
    <dgm:cxn modelId="{425EFBF7-F343-4681-B463-1974C88C671B}" type="presParOf" srcId="{A1F0B2EB-371D-4D40-813D-E273C30549C7}" destId="{7E017595-23B1-479A-BF4F-6A0DC0F83BB4}" srcOrd="6" destOrd="0" presId="urn:microsoft.com/office/officeart/2011/layout/TabList"/>
    <dgm:cxn modelId="{0FAC6558-F801-429C-8331-69B961367286}" type="presParOf" srcId="{7E017595-23B1-479A-BF4F-6A0DC0F83BB4}" destId="{FFBA0BA4-F7C9-44F8-AE72-DB27EA9A2CBA}" srcOrd="0" destOrd="0" presId="urn:microsoft.com/office/officeart/2011/layout/TabList"/>
    <dgm:cxn modelId="{74AE154C-14AD-442F-85EF-2DF42C423C1A}" type="presParOf" srcId="{7E017595-23B1-479A-BF4F-6A0DC0F83BB4}" destId="{7581186A-E22D-4F63-82B6-A1B65D1B0BA5}" srcOrd="1" destOrd="0" presId="urn:microsoft.com/office/officeart/2011/layout/TabList"/>
    <dgm:cxn modelId="{3A76EE05-41FA-483C-8947-70BEC6403E39}" type="presParOf" srcId="{7E017595-23B1-479A-BF4F-6A0DC0F83BB4}" destId="{8ED4C360-2FE9-44FD-A743-3B65251C057F}" srcOrd="2" destOrd="0" presId="urn:microsoft.com/office/officeart/2011/layout/TabList"/>
    <dgm:cxn modelId="{06F548D4-C106-45DF-B98F-A3E988297640}" type="presParOf" srcId="{A1F0B2EB-371D-4D40-813D-E273C30549C7}" destId="{CC8FF367-740A-449C-9A2A-4486EA5D0C05}" srcOrd="7" destOrd="0" presId="urn:microsoft.com/office/officeart/2011/layout/TabList"/>
    <dgm:cxn modelId="{D87F4E82-BF96-44E7-873A-E0B26AD97094}" type="presParOf" srcId="{A1F0B2EB-371D-4D40-813D-E273C30549C7}" destId="{099D4849-61A0-4A69-A31E-48ADC6822E6D}" srcOrd="8" destOrd="0" presId="urn:microsoft.com/office/officeart/2011/layout/TabList"/>
    <dgm:cxn modelId="{CA24024D-EA39-45F0-86C6-22A3110273B2}" type="presParOf" srcId="{A1F0B2EB-371D-4D40-813D-E273C30549C7}" destId="{933ADEDD-8421-47AB-994B-E46123FBD7DB}" srcOrd="9" destOrd="0" presId="urn:microsoft.com/office/officeart/2011/layout/TabList"/>
    <dgm:cxn modelId="{7B30FF02-0E2E-461F-AAB6-3E98353ECA37}" type="presParOf" srcId="{933ADEDD-8421-47AB-994B-E46123FBD7DB}" destId="{FCB5C1CA-4801-47DB-9005-E2C4B131B8C3}" srcOrd="0" destOrd="0" presId="urn:microsoft.com/office/officeart/2011/layout/TabList"/>
    <dgm:cxn modelId="{DD084D57-2954-4367-A652-D9350818D02A}" type="presParOf" srcId="{933ADEDD-8421-47AB-994B-E46123FBD7DB}" destId="{18A9F465-D9A9-4CFD-BEFF-2A617ED975E8}" srcOrd="1" destOrd="0" presId="urn:microsoft.com/office/officeart/2011/layout/TabList"/>
    <dgm:cxn modelId="{70F45AEC-273A-442E-9099-87C5BE28601E}" type="presParOf" srcId="{933ADEDD-8421-47AB-994B-E46123FBD7DB}" destId="{138AF01A-C319-4179-A353-FFA88426D90E}" srcOrd="2" destOrd="0" presId="urn:microsoft.com/office/officeart/2011/layout/TabList"/>
    <dgm:cxn modelId="{085245AD-A73F-42A0-A13A-0AE958E9F679}" type="presParOf" srcId="{A1F0B2EB-371D-4D40-813D-E273C30549C7}" destId="{A12BAB62-67B2-4CAA-A1BC-DB0F99DCB205}" srcOrd="10" destOrd="0" presId="urn:microsoft.com/office/officeart/2011/layout/TabList"/>
    <dgm:cxn modelId="{A176D91F-F5FC-40E6-A876-A2A0F386F72C}" type="presParOf" srcId="{A1F0B2EB-371D-4D40-813D-E273C30549C7}" destId="{23169CE2-59A0-4306-B803-6F11DCFF8AF6}" srcOrd="11" destOrd="0" presId="urn:microsoft.com/office/officeart/2011/layout/TabList"/>
    <dgm:cxn modelId="{A80342FE-6B50-43A3-8C37-9A4A32DD840D}" type="presParOf" srcId="{A1F0B2EB-371D-4D40-813D-E273C30549C7}" destId="{0CBF1A3F-FF01-4E6E-9C8A-0C310CC08498}" srcOrd="12" destOrd="0" presId="urn:microsoft.com/office/officeart/2011/layout/TabList"/>
    <dgm:cxn modelId="{E0EA55C3-ACDE-4B12-8A00-514E8B790186}" type="presParOf" srcId="{0CBF1A3F-FF01-4E6E-9C8A-0C310CC08498}" destId="{AC84FB34-61B3-4E2B-9C0B-C1BEC9EC982B}" srcOrd="0" destOrd="0" presId="urn:microsoft.com/office/officeart/2011/layout/TabList"/>
    <dgm:cxn modelId="{29052369-6309-435D-961C-E85591745180}" type="presParOf" srcId="{0CBF1A3F-FF01-4E6E-9C8A-0C310CC08498}" destId="{DDE0D526-5842-4BAD-86FB-E9E3C6E211C2}" srcOrd="1" destOrd="0" presId="urn:microsoft.com/office/officeart/2011/layout/TabList"/>
    <dgm:cxn modelId="{2846FF3F-5244-48F3-B0E0-910A77EE4089}" type="presParOf" srcId="{0CBF1A3F-FF01-4E6E-9C8A-0C310CC08498}" destId="{4A2D533D-28BB-4555-8859-C97B2154DD08}" srcOrd="2" destOrd="0" presId="urn:microsoft.com/office/officeart/2011/layout/TabList"/>
    <dgm:cxn modelId="{250B0CD0-D4C8-4A95-A566-05865E35CFE5}" type="presParOf" srcId="{A1F0B2EB-371D-4D40-813D-E273C30549C7}" destId="{BC17BD9F-C923-493E-95B5-B7009B2A42BB}" srcOrd="13" destOrd="0" presId="urn:microsoft.com/office/officeart/2011/layout/TabList"/>
    <dgm:cxn modelId="{4FFDF31B-777A-4F27-B6B0-068490521016}" type="presParOf" srcId="{A1F0B2EB-371D-4D40-813D-E273C30549C7}" destId="{3762E8DF-1B34-4660-B16B-B4A5C32C4430}" srcOrd="14" destOrd="0" presId="urn:microsoft.com/office/officeart/2011/layout/TabList"/>
    <dgm:cxn modelId="{DF2182EC-FA40-447E-B712-D6EF46700627}" type="presParOf" srcId="{A1F0B2EB-371D-4D40-813D-E273C30549C7}" destId="{71C7B264-DD23-4830-90F1-CBB64BF2A1B3}" srcOrd="15" destOrd="0" presId="urn:microsoft.com/office/officeart/2011/layout/TabList"/>
    <dgm:cxn modelId="{C6CBB60C-5C2A-40AF-AF8E-550A5DBDD6AE}" type="presParOf" srcId="{71C7B264-DD23-4830-90F1-CBB64BF2A1B3}" destId="{F5A18D16-CDE4-4ACD-9B67-26F718E85085}" srcOrd="0" destOrd="0" presId="urn:microsoft.com/office/officeart/2011/layout/TabList"/>
    <dgm:cxn modelId="{5316E60D-3990-4108-9E4B-132BF7DF0BF7}" type="presParOf" srcId="{71C7B264-DD23-4830-90F1-CBB64BF2A1B3}" destId="{5E98CF43-A0BD-4A30-B924-0C8C281EA805}" srcOrd="1" destOrd="0" presId="urn:microsoft.com/office/officeart/2011/layout/TabList"/>
    <dgm:cxn modelId="{85ECA886-EF59-4FBA-A635-86C52B7A42AE}" type="presParOf" srcId="{71C7B264-DD23-4830-90F1-CBB64BF2A1B3}" destId="{201B7E86-F2E1-4B5B-9642-484F63DA3725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B7E86-F2E1-4B5B-9642-484F63DA3725}">
      <dsp:nvSpPr>
        <dsp:cNvPr id="0" name=""/>
        <dsp:cNvSpPr/>
      </dsp:nvSpPr>
      <dsp:spPr>
        <a:xfrm>
          <a:off x="0" y="3182037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2D533D-28BB-4555-8859-C97B2154DD08}">
      <dsp:nvSpPr>
        <dsp:cNvPr id="0" name=""/>
        <dsp:cNvSpPr/>
      </dsp:nvSpPr>
      <dsp:spPr>
        <a:xfrm>
          <a:off x="0" y="2584864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AF01A-C319-4179-A353-FFA88426D90E}">
      <dsp:nvSpPr>
        <dsp:cNvPr id="0" name=""/>
        <dsp:cNvSpPr/>
      </dsp:nvSpPr>
      <dsp:spPr>
        <a:xfrm>
          <a:off x="0" y="1987692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4C360-2FE9-44FD-A743-3B65251C057F}">
      <dsp:nvSpPr>
        <dsp:cNvPr id="0" name=""/>
        <dsp:cNvSpPr/>
      </dsp:nvSpPr>
      <dsp:spPr>
        <a:xfrm>
          <a:off x="0" y="1390520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CC0E0C-E7E1-45A8-9DF9-EA537BF7388B}">
      <dsp:nvSpPr>
        <dsp:cNvPr id="0" name=""/>
        <dsp:cNvSpPr/>
      </dsp:nvSpPr>
      <dsp:spPr>
        <a:xfrm>
          <a:off x="0" y="793347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49CBB-3D6A-4F9B-8600-9B8090CFD469}">
      <dsp:nvSpPr>
        <dsp:cNvPr id="0" name=""/>
        <dsp:cNvSpPr/>
      </dsp:nvSpPr>
      <dsp:spPr>
        <a:xfrm>
          <a:off x="0" y="196175"/>
          <a:ext cx="3330000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D8FFA4-13ED-4C5D-95FA-9028A6165374}">
      <dsp:nvSpPr>
        <dsp:cNvPr id="0" name=""/>
        <dsp:cNvSpPr/>
      </dsp:nvSpPr>
      <dsp:spPr>
        <a:xfrm>
          <a:off x="865800" y="400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Research question</a:t>
          </a:r>
        </a:p>
      </dsp:txBody>
      <dsp:txXfrm>
        <a:off x="865800" y="400"/>
        <a:ext cx="2464200" cy="195774"/>
      </dsp:txXfrm>
    </dsp:sp>
    <dsp:sp modelId="{2BF4304F-7CC8-4774-908E-7E184164C0BD}">
      <dsp:nvSpPr>
        <dsp:cNvPr id="0" name=""/>
        <dsp:cNvSpPr/>
      </dsp:nvSpPr>
      <dsp:spPr>
        <a:xfrm>
          <a:off x="0" y="400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</a:t>
          </a:r>
        </a:p>
      </dsp:txBody>
      <dsp:txXfrm>
        <a:off x="9559" y="9959"/>
        <a:ext cx="846682" cy="186215"/>
      </dsp:txXfrm>
    </dsp:sp>
    <dsp:sp modelId="{6DC09CC4-AA12-41DC-AC83-2012656C9043}">
      <dsp:nvSpPr>
        <dsp:cNvPr id="0" name=""/>
        <dsp:cNvSpPr/>
      </dsp:nvSpPr>
      <dsp:spPr>
        <a:xfrm>
          <a:off x="0" y="196175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96175"/>
        <a:ext cx="3330000" cy="391608"/>
      </dsp:txXfrm>
    </dsp:sp>
    <dsp:sp modelId="{4DCB3C8F-8656-4019-8781-C15F2377AE0B}">
      <dsp:nvSpPr>
        <dsp:cNvPr id="0" name=""/>
        <dsp:cNvSpPr/>
      </dsp:nvSpPr>
      <dsp:spPr>
        <a:xfrm>
          <a:off x="865800" y="597573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Search strategy</a:t>
          </a:r>
        </a:p>
      </dsp:txBody>
      <dsp:txXfrm>
        <a:off x="865800" y="597573"/>
        <a:ext cx="2464200" cy="195774"/>
      </dsp:txXfrm>
    </dsp:sp>
    <dsp:sp modelId="{E057795A-5E54-4EC8-873F-C865BF9E3703}">
      <dsp:nvSpPr>
        <dsp:cNvPr id="0" name=""/>
        <dsp:cNvSpPr/>
      </dsp:nvSpPr>
      <dsp:spPr>
        <a:xfrm>
          <a:off x="0" y="597573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</a:t>
          </a:r>
        </a:p>
      </dsp:txBody>
      <dsp:txXfrm>
        <a:off x="9559" y="607132"/>
        <a:ext cx="846682" cy="186215"/>
      </dsp:txXfrm>
    </dsp:sp>
    <dsp:sp modelId="{163C9471-2436-4B22-B8B3-AEA2CED5D197}">
      <dsp:nvSpPr>
        <dsp:cNvPr id="0" name=""/>
        <dsp:cNvSpPr/>
      </dsp:nvSpPr>
      <dsp:spPr>
        <a:xfrm>
          <a:off x="0" y="760689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760689"/>
        <a:ext cx="3330000" cy="391608"/>
      </dsp:txXfrm>
    </dsp:sp>
    <dsp:sp modelId="{FFBA0BA4-F7C9-44F8-AE72-DB27EA9A2CBA}">
      <dsp:nvSpPr>
        <dsp:cNvPr id="0" name=""/>
        <dsp:cNvSpPr/>
      </dsp:nvSpPr>
      <dsp:spPr>
        <a:xfrm>
          <a:off x="865800" y="1194745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Eligibility criteria</a:t>
          </a:r>
        </a:p>
      </dsp:txBody>
      <dsp:txXfrm>
        <a:off x="865800" y="1194745"/>
        <a:ext cx="2464200" cy="195774"/>
      </dsp:txXfrm>
    </dsp:sp>
    <dsp:sp modelId="{7581186A-E22D-4F63-82B6-A1B65D1B0BA5}">
      <dsp:nvSpPr>
        <dsp:cNvPr id="0" name=""/>
        <dsp:cNvSpPr/>
      </dsp:nvSpPr>
      <dsp:spPr>
        <a:xfrm>
          <a:off x="0" y="1194745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</a:t>
          </a:r>
        </a:p>
      </dsp:txBody>
      <dsp:txXfrm>
        <a:off x="9559" y="1204304"/>
        <a:ext cx="846682" cy="186215"/>
      </dsp:txXfrm>
    </dsp:sp>
    <dsp:sp modelId="{CC8FF367-740A-449C-9A2A-4486EA5D0C05}">
      <dsp:nvSpPr>
        <dsp:cNvPr id="0" name=""/>
        <dsp:cNvSpPr/>
      </dsp:nvSpPr>
      <dsp:spPr>
        <a:xfrm>
          <a:off x="0" y="1390520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390520"/>
        <a:ext cx="3330000" cy="391608"/>
      </dsp:txXfrm>
    </dsp:sp>
    <dsp:sp modelId="{FCB5C1CA-4801-47DB-9005-E2C4B131B8C3}">
      <dsp:nvSpPr>
        <dsp:cNvPr id="0" name=""/>
        <dsp:cNvSpPr/>
      </dsp:nvSpPr>
      <dsp:spPr>
        <a:xfrm>
          <a:off x="865800" y="1791917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Screening and selection</a:t>
          </a:r>
        </a:p>
      </dsp:txBody>
      <dsp:txXfrm>
        <a:off x="865800" y="1791917"/>
        <a:ext cx="2464200" cy="195774"/>
      </dsp:txXfrm>
    </dsp:sp>
    <dsp:sp modelId="{18A9F465-D9A9-4CFD-BEFF-2A617ED975E8}">
      <dsp:nvSpPr>
        <dsp:cNvPr id="0" name=""/>
        <dsp:cNvSpPr/>
      </dsp:nvSpPr>
      <dsp:spPr>
        <a:xfrm>
          <a:off x="0" y="1791917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</a:t>
          </a:r>
        </a:p>
      </dsp:txBody>
      <dsp:txXfrm>
        <a:off x="9559" y="1801476"/>
        <a:ext cx="846682" cy="186215"/>
      </dsp:txXfrm>
    </dsp:sp>
    <dsp:sp modelId="{A12BAB62-67B2-4CAA-A1BC-DB0F99DCB205}">
      <dsp:nvSpPr>
        <dsp:cNvPr id="0" name=""/>
        <dsp:cNvSpPr/>
      </dsp:nvSpPr>
      <dsp:spPr>
        <a:xfrm>
          <a:off x="0" y="1987692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1987692"/>
        <a:ext cx="3330000" cy="391608"/>
      </dsp:txXfrm>
    </dsp:sp>
    <dsp:sp modelId="{AC84FB34-61B3-4E2B-9C0B-C1BEC9EC982B}">
      <dsp:nvSpPr>
        <dsp:cNvPr id="0" name=""/>
        <dsp:cNvSpPr/>
      </dsp:nvSpPr>
      <dsp:spPr>
        <a:xfrm>
          <a:off x="865800" y="2389090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Data extraction</a:t>
          </a:r>
        </a:p>
      </dsp:txBody>
      <dsp:txXfrm>
        <a:off x="865800" y="2389090"/>
        <a:ext cx="2464200" cy="195774"/>
      </dsp:txXfrm>
    </dsp:sp>
    <dsp:sp modelId="{DDE0D526-5842-4BAD-86FB-E9E3C6E211C2}">
      <dsp:nvSpPr>
        <dsp:cNvPr id="0" name=""/>
        <dsp:cNvSpPr/>
      </dsp:nvSpPr>
      <dsp:spPr>
        <a:xfrm>
          <a:off x="0" y="2389090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</a:t>
          </a:r>
        </a:p>
      </dsp:txBody>
      <dsp:txXfrm>
        <a:off x="9559" y="2398649"/>
        <a:ext cx="846682" cy="186215"/>
      </dsp:txXfrm>
    </dsp:sp>
    <dsp:sp modelId="{BC17BD9F-C923-493E-95B5-B7009B2A42BB}">
      <dsp:nvSpPr>
        <dsp:cNvPr id="0" name=""/>
        <dsp:cNvSpPr/>
      </dsp:nvSpPr>
      <dsp:spPr>
        <a:xfrm>
          <a:off x="0" y="2584864"/>
          <a:ext cx="3330000" cy="391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/>
        </a:p>
      </dsp:txBody>
      <dsp:txXfrm>
        <a:off x="0" y="2584864"/>
        <a:ext cx="3330000" cy="391608"/>
      </dsp:txXfrm>
    </dsp:sp>
    <dsp:sp modelId="{F5A18D16-CDE4-4ACD-9B67-26F718E85085}">
      <dsp:nvSpPr>
        <dsp:cNvPr id="0" name=""/>
        <dsp:cNvSpPr/>
      </dsp:nvSpPr>
      <dsp:spPr>
        <a:xfrm>
          <a:off x="865800" y="2986262"/>
          <a:ext cx="2464200" cy="195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 Data analysis</a:t>
          </a:r>
        </a:p>
      </dsp:txBody>
      <dsp:txXfrm>
        <a:off x="865800" y="2986262"/>
        <a:ext cx="2464200" cy="195774"/>
      </dsp:txXfrm>
    </dsp:sp>
    <dsp:sp modelId="{5E98CF43-A0BD-4A30-B924-0C8C281EA805}">
      <dsp:nvSpPr>
        <dsp:cNvPr id="0" name=""/>
        <dsp:cNvSpPr/>
      </dsp:nvSpPr>
      <dsp:spPr>
        <a:xfrm>
          <a:off x="0" y="2986262"/>
          <a:ext cx="865800" cy="1957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6</a:t>
          </a:r>
        </a:p>
      </dsp:txBody>
      <dsp:txXfrm>
        <a:off x="9559" y="2995821"/>
        <a:ext cx="846682" cy="186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C83C-B988-4A9E-9713-F559C31F4362}" type="datetimeFigureOut">
              <a:rPr lang="nl-NL" smtClean="0"/>
              <a:t>4-7-2025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45D2F-C69D-4D90-B22B-9B2DC58DBD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412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 currently have a very limited understanding of farmers’ price risk management adoption and related decision-making processes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5354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7E1F-4646-4724-B721-C545CCB0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C9C70-A2C2-F332-B3AC-65173CB10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3DD1C-30BB-2346-5491-8ACDD0767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F743B-7EAA-046F-1F68-C19273EF3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103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F83B-7F60-E3B4-D17E-8B4E1C76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C45A1-B6D6-C736-C41B-53ABE69AC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0E7A6-4242-D598-84AF-28493523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AFE2-0AF2-92F7-38C6-E85692296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06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B42E-763F-5FD3-5B23-0B817E77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CECBE-8A28-3B46-653B-F531F60D3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C3F6F-7207-5637-6B75-714F02728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70C8-2FBA-AC9C-B4B6-C03162649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2501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know farmers behave heterogeneously: some behave as EUT max, some as CPT max and some under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8585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915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761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0342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45D2F-C69D-4D90-B22B-9B2DC58DBD55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536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4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9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983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3"/>
            <a:r>
              <a:rPr lang="en-GB" noProof="0" err="1"/>
              <a:t>Vierde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r>
              <a:rPr lang="en-GB" noProof="0" err="1"/>
              <a:t>Vijfde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>
          <a:xfrm>
            <a:off x="8522383" y="4773600"/>
            <a:ext cx="468000" cy="123188"/>
          </a:xfrm>
        </p:spPr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330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3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4" name="Tijdelijke aanduiding voor tekst 6"/>
          <p:cNvSpPr>
            <a:spLocks noGrp="1"/>
          </p:cNvSpPr>
          <p:nvPr>
            <p:ph type="body" sz="quarter" idx="11"/>
          </p:nvPr>
        </p:nvSpPr>
        <p:spPr>
          <a:xfrm>
            <a:off x="47858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49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8401" y="1474788"/>
            <a:ext cx="4051491" cy="298608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9501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791075" y="1364830"/>
            <a:ext cx="4102100" cy="3097633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8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954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5" name="Tijdelijke aanduiding voor tabel 4"/>
          <p:cNvSpPr>
            <a:spLocks noGrp="1"/>
          </p:cNvSpPr>
          <p:nvPr>
            <p:ph type="tbl" sz="quarter" idx="11"/>
          </p:nvPr>
        </p:nvSpPr>
        <p:spPr>
          <a:xfrm>
            <a:off x="4791075" y="1473200"/>
            <a:ext cx="4102100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0"/>
          </p:nvPr>
        </p:nvSpPr>
        <p:spPr>
          <a:xfrm>
            <a:off x="493200" y="1368000"/>
            <a:ext cx="4104000" cy="3092400"/>
          </a:xfrm>
        </p:spPr>
        <p:txBody>
          <a:bodyPr/>
          <a:lstStyle>
            <a:lvl2pPr>
              <a:buClr>
                <a:schemeClr val="bg2"/>
              </a:buClr>
              <a:defRPr/>
            </a:lvl2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83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5" name="Tijdelijke aanduiding voor SmartArt 7"/>
          <p:cNvSpPr>
            <a:spLocks noGrp="1"/>
          </p:cNvSpPr>
          <p:nvPr>
            <p:ph type="dgm" sz="quarter" idx="10"/>
          </p:nvPr>
        </p:nvSpPr>
        <p:spPr>
          <a:xfrm>
            <a:off x="493200" y="1368000"/>
            <a:ext cx="8398800" cy="3092400"/>
          </a:xfrm>
        </p:spPr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6075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03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/>
          </p:cNvSpPr>
          <p:nvPr>
            <p:ph type="pic" sz="quarter" idx="16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6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7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8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23" name="Tijdelijke aanduiding voor afbeelding 2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67564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Tijdelijke aanduiding voor afbeelding 24"/>
          <p:cNvSpPr>
            <a:spLocks noGrp="1" noChangeAspect="1"/>
          </p:cNvSpPr>
          <p:nvPr>
            <p:ph type="pic" sz="quarter" idx="19"/>
          </p:nvPr>
        </p:nvSpPr>
        <p:spPr bwMode="auto">
          <a:xfrm>
            <a:off x="6553175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ijdelijke aanduiding voor afbeelding 24"/>
          <p:cNvSpPr>
            <a:spLocks noGrp="1" noChangeAspect="1"/>
          </p:cNvSpPr>
          <p:nvPr>
            <p:ph type="pic" sz="quarter" idx="28"/>
          </p:nvPr>
        </p:nvSpPr>
        <p:spPr bwMode="auto">
          <a:xfrm>
            <a:off x="4959012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Tijdelijke aanduiding voor afbeelding 24"/>
          <p:cNvSpPr>
            <a:spLocks noGrp="1" noChangeAspect="1"/>
          </p:cNvSpPr>
          <p:nvPr>
            <p:ph type="pic" sz="quarter" idx="15"/>
          </p:nvPr>
        </p:nvSpPr>
        <p:spPr bwMode="auto">
          <a:xfrm>
            <a:off x="3364849" y="2120875"/>
            <a:ext cx="2340000" cy="23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Klik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op het pictogram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als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u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een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afbeelding</a:t>
            </a: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wilt </a:t>
            </a:r>
            <a:r>
              <a:rPr kumimoji="0" lang="en-GB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toevoegen</a:t>
            </a: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1234871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28" name="Tijdelijke aanduiding voor tekst 21"/>
          <p:cNvSpPr>
            <a:spLocks noGrp="1"/>
          </p:cNvSpPr>
          <p:nvPr>
            <p:ph type="body" sz="quarter" idx="21"/>
          </p:nvPr>
        </p:nvSpPr>
        <p:spPr>
          <a:xfrm>
            <a:off x="505856" y="1648186"/>
            <a:ext cx="8385731" cy="330620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451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with rectang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8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607588" y="170100"/>
            <a:ext cx="4284000" cy="4284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723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4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3478944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8"/>
          </p:nvPr>
        </p:nvSpPr>
        <p:spPr>
          <a:xfrm>
            <a:off x="6337175" y="1473201"/>
            <a:ext cx="2556000" cy="1980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5" name="Tijdelijke aanduiding voor tekst 21"/>
          <p:cNvSpPr>
            <a:spLocks noGrp="1"/>
          </p:cNvSpPr>
          <p:nvPr>
            <p:ph type="body" sz="quarter" idx="20"/>
          </p:nvPr>
        </p:nvSpPr>
        <p:spPr>
          <a:xfrm>
            <a:off x="505856" y="3507017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7" name="Tijdelijke aanduiding voor tekst 21"/>
          <p:cNvSpPr>
            <a:spLocks noGrp="1"/>
          </p:cNvSpPr>
          <p:nvPr>
            <p:ph type="body" sz="quarter" idx="26"/>
          </p:nvPr>
        </p:nvSpPr>
        <p:spPr>
          <a:xfrm>
            <a:off x="6215589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8" name="Tijdelijke aanduiding voor tekst 21"/>
          <p:cNvSpPr>
            <a:spLocks noGrp="1"/>
          </p:cNvSpPr>
          <p:nvPr>
            <p:ph type="body" sz="quarter" idx="27"/>
          </p:nvPr>
        </p:nvSpPr>
        <p:spPr>
          <a:xfrm>
            <a:off x="3364454" y="3507854"/>
            <a:ext cx="2673132" cy="955446"/>
          </a:xfrm>
        </p:spPr>
        <p:txBody>
          <a:bodyPr/>
          <a:lstStyle>
            <a:lvl1pPr marL="0" indent="0">
              <a:lnSpc>
                <a:spcPts val="2000"/>
              </a:lnSpc>
              <a:buNone/>
              <a:defRPr sz="1600"/>
            </a:lvl1pPr>
            <a:lvl2pPr marL="696913" indent="0">
              <a:lnSpc>
                <a:spcPts val="2000"/>
              </a:lnSpc>
              <a:buNone/>
              <a:defRPr sz="1600"/>
            </a:lvl2pPr>
            <a:lvl3pPr marL="1560512" indent="0">
              <a:lnSpc>
                <a:spcPts val="2000"/>
              </a:lnSpc>
              <a:buNone/>
              <a:defRPr sz="1600"/>
            </a:lvl3pPr>
            <a:lvl4pPr marL="2332037" indent="0">
              <a:lnSpc>
                <a:spcPts val="2000"/>
              </a:lnSpc>
              <a:buNone/>
              <a:defRPr sz="1600"/>
            </a:lvl4pPr>
            <a:lvl5pPr marL="3052763" indent="0">
              <a:lnSpc>
                <a:spcPts val="2000"/>
              </a:lnSpc>
              <a:buNone/>
              <a:defRPr sz="1600"/>
            </a:lvl5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91031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 with 2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20713" y="1473201"/>
            <a:ext cx="4059604" cy="2987862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26161" y="1474463"/>
            <a:ext cx="4060800" cy="298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3262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8745" y="1107712"/>
            <a:ext cx="8274430" cy="334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7801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ectangula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615950" y="166688"/>
            <a:ext cx="4032000" cy="42903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7" name="Tijdelijke aanduiding voor afbeelding 24"/>
          <p:cNvSpPr>
            <a:spLocks noGrp="1" noChangeAspect="1"/>
          </p:cNvSpPr>
          <p:nvPr>
            <p:ph type="pic" sz="quarter" idx="17"/>
          </p:nvPr>
        </p:nvSpPr>
        <p:spPr>
          <a:xfrm>
            <a:off x="4859588" y="166688"/>
            <a:ext cx="4032000" cy="428966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447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beeldvu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4"/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1" y="0"/>
            <a:ext cx="9143999" cy="51435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 bwMode="white">
          <a:xfrm>
            <a:off x="561600" y="172641"/>
            <a:ext cx="8330400" cy="576832"/>
          </a:xfrm>
          <a:noFill/>
          <a:ln w="0">
            <a:gradFill>
              <a:gsLst>
                <a:gs pos="0">
                  <a:schemeClr val="bg1"/>
                </a:gs>
                <a:gs pos="1000">
                  <a:schemeClr val="bg1">
                    <a:alpha val="0"/>
                  </a:schemeClr>
                </a:gs>
                <a:gs pos="9900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5400000" scaled="0"/>
            </a:gra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662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01582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grafiek 5"/>
          <p:cNvSpPr>
            <a:spLocks noGrp="1"/>
          </p:cNvSpPr>
          <p:nvPr>
            <p:ph type="chart" sz="quarter" idx="17"/>
          </p:nvPr>
        </p:nvSpPr>
        <p:spPr>
          <a:xfrm>
            <a:off x="498238" y="1365481"/>
            <a:ext cx="8394937" cy="3092400"/>
          </a:xfr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6137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abel 4"/>
          <p:cNvSpPr>
            <a:spLocks noGrp="1"/>
          </p:cNvSpPr>
          <p:nvPr>
            <p:ph type="tbl" sz="quarter" idx="10"/>
          </p:nvPr>
        </p:nvSpPr>
        <p:spPr>
          <a:xfrm>
            <a:off x="620713" y="1473200"/>
            <a:ext cx="8272462" cy="298926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933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6" name="Tijdelijke aanduiding voor afbeelding 24"/>
          <p:cNvSpPr>
            <a:spLocks noGrp="1"/>
          </p:cNvSpPr>
          <p:nvPr>
            <p:ph type="pic" sz="quarter" idx="19" hasCustomPrompt="1"/>
          </p:nvPr>
        </p:nvSpPr>
        <p:spPr>
          <a:xfrm>
            <a:off x="2293449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9" name="Tijdelijke aanduiding voor afbeelding 24"/>
          <p:cNvSpPr>
            <a:spLocks noGrp="1"/>
          </p:cNvSpPr>
          <p:nvPr>
            <p:ph type="pic" sz="quarter" idx="24" hasCustomPrompt="1"/>
          </p:nvPr>
        </p:nvSpPr>
        <p:spPr>
          <a:xfrm>
            <a:off x="3643126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0" name="Tijdelijke aanduiding voor afbeelding 24"/>
          <p:cNvSpPr>
            <a:spLocks noGrp="1"/>
          </p:cNvSpPr>
          <p:nvPr>
            <p:ph type="pic" sz="quarter" idx="25" hasCustomPrompt="1"/>
          </p:nvPr>
        </p:nvSpPr>
        <p:spPr>
          <a:xfrm>
            <a:off x="4992803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1" name="Tijdelijke aanduiding voor afbeelding 24"/>
          <p:cNvSpPr>
            <a:spLocks noGrp="1"/>
          </p:cNvSpPr>
          <p:nvPr>
            <p:ph type="pic" sz="quarter" idx="26" hasCustomPrompt="1"/>
          </p:nvPr>
        </p:nvSpPr>
        <p:spPr>
          <a:xfrm>
            <a:off x="6342480" y="4594924"/>
            <a:ext cx="1116000" cy="45570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lnSpc>
                <a:spcPts val="1000"/>
              </a:lnSpc>
              <a:spcBef>
                <a:spcPts val="0"/>
              </a:spcBef>
              <a:buNone/>
              <a:defRPr sz="6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logo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03450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multiple log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561600" y="169210"/>
            <a:ext cx="3816000" cy="987200"/>
          </a:xfrm>
        </p:spPr>
        <p:txBody>
          <a:bodyPr/>
          <a:lstStyle/>
          <a:p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sp>
        <p:nvSpPr>
          <p:cNvPr id="10" name="Tijdelijke aanduiding voor afbeelding 24"/>
          <p:cNvSpPr>
            <a:spLocks noGrp="1" noChangeAspect="1"/>
          </p:cNvSpPr>
          <p:nvPr>
            <p:ph type="pic" sz="quarter" idx="16"/>
          </p:nvPr>
        </p:nvSpPr>
        <p:spPr>
          <a:xfrm>
            <a:off x="4598375" y="168357"/>
            <a:ext cx="4294800" cy="4294105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op het pictogram </a:t>
            </a:r>
            <a:r>
              <a:rPr lang="en-GB" noProof="0" err="1"/>
              <a:t>als</a:t>
            </a:r>
            <a:r>
              <a:rPr lang="en-GB" noProof="0"/>
              <a:t> u </a:t>
            </a:r>
            <a:r>
              <a:rPr lang="en-GB" noProof="0" err="1"/>
              <a:t>een</a:t>
            </a:r>
            <a:r>
              <a:rPr lang="en-GB" noProof="0"/>
              <a:t> </a:t>
            </a:r>
            <a:r>
              <a:rPr lang="en-GB" noProof="0" err="1"/>
              <a:t>afbeelding</a:t>
            </a:r>
            <a:r>
              <a:rPr lang="en-GB" noProof="0"/>
              <a:t> wilt </a:t>
            </a:r>
            <a:r>
              <a:rPr lang="en-GB" noProof="0" err="1"/>
              <a:t>toevoegen</a:t>
            </a:r>
            <a:endParaRPr lang="en-GB" noProof="0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04000" y="1368000"/>
            <a:ext cx="3874036" cy="3091979"/>
          </a:xfrm>
        </p:spPr>
        <p:txBody>
          <a:bodyPr lIns="90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126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561600" y="169210"/>
            <a:ext cx="8330400" cy="576832"/>
          </a:xfrm>
          <a:prstGeom prst="rect">
            <a:avLst/>
          </a:prstGeom>
          <a:noFill/>
          <a:ln w="0">
            <a:gradFill>
              <a:gsLst>
                <a:gs pos="0">
                  <a:schemeClr val="tx1"/>
                </a:gs>
                <a:gs pos="1000">
                  <a:schemeClr val="tx1">
                    <a:alpha val="0"/>
                  </a:schemeClr>
                </a:gs>
                <a:gs pos="99000">
                  <a:srgbClr val="005172">
                    <a:alpha val="0"/>
                  </a:srgbClr>
                </a:gs>
                <a:gs pos="100000">
                  <a:schemeClr val="tx1"/>
                </a:gs>
              </a:gsLst>
              <a:lin ang="5400000" scaled="0"/>
            </a:gradFill>
          </a:ln>
        </p:spPr>
        <p:txBody>
          <a:bodyPr vert="horz" wrap="square" lIns="18000" tIns="18000" rIns="91440" bIns="1800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stijl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</p:txBody>
      </p:sp>
      <p:sp>
        <p:nvSpPr>
          <p:cNvPr id="1028" name="Tijdelijke aanduiding voor tekst 23"/>
          <p:cNvSpPr>
            <a:spLocks noGrp="1"/>
          </p:cNvSpPr>
          <p:nvPr>
            <p:ph type="body" idx="1"/>
          </p:nvPr>
        </p:nvSpPr>
        <p:spPr bwMode="auto">
          <a:xfrm>
            <a:off x="501567" y="1368000"/>
            <a:ext cx="8391607" cy="30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err="1"/>
              <a:t>Klik</a:t>
            </a:r>
            <a:r>
              <a:rPr lang="en-GB" noProof="0"/>
              <a:t> om de </a:t>
            </a:r>
            <a:r>
              <a:rPr lang="en-GB" noProof="0" err="1"/>
              <a:t>modelstijlen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bewerken</a:t>
            </a:r>
            <a:endParaRPr lang="en-GB" noProof="0"/>
          </a:p>
          <a:p>
            <a:pPr lvl="1"/>
            <a:r>
              <a:rPr lang="en-GB" noProof="0"/>
              <a:t>Tweede </a:t>
            </a:r>
            <a:r>
              <a:rPr lang="en-GB" noProof="0" err="1"/>
              <a:t>niveau</a:t>
            </a:r>
            <a:endParaRPr lang="en-GB" noProof="0"/>
          </a:p>
          <a:p>
            <a:pPr lvl="2"/>
            <a:r>
              <a:rPr lang="en-GB" noProof="0" err="1"/>
              <a:t>Derde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3"/>
            <a:r>
              <a:rPr lang="en-GB" noProof="0" err="1"/>
              <a:t>Vierde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r>
              <a:rPr lang="en-GB" noProof="0" err="1"/>
              <a:t>Vijfde</a:t>
            </a:r>
            <a:r>
              <a:rPr lang="en-GB" noProof="0"/>
              <a:t> </a:t>
            </a:r>
            <a:r>
              <a:rPr lang="en-GB" noProof="0" err="1"/>
              <a:t>niveau</a:t>
            </a:r>
            <a:endParaRPr lang="en-GB" noProof="0"/>
          </a:p>
          <a:p>
            <a:pPr lvl="4"/>
            <a:endParaRPr lang="en-GB" noProof="0"/>
          </a:p>
        </p:txBody>
      </p:sp>
      <p:sp>
        <p:nvSpPr>
          <p:cNvPr id="4" name="Tijdelijke aanduiding voor dianummer 1"/>
          <p:cNvSpPr>
            <a:spLocks noGrp="1"/>
          </p:cNvSpPr>
          <p:nvPr>
            <p:ph type="sldNum" sz="quarter" idx="4"/>
          </p:nvPr>
        </p:nvSpPr>
        <p:spPr>
          <a:xfrm>
            <a:off x="8463600" y="4773600"/>
            <a:ext cx="468000" cy="123188"/>
          </a:xfrm>
          <a:prstGeom prst="rect">
            <a:avLst/>
          </a:prstGeom>
          <a:noFill/>
        </p:spPr>
        <p:txBody>
          <a:bodyPr wrap="square" tIns="0" rIns="36000" bIns="0" rtlCol="0">
            <a:noAutofit/>
          </a:bodyPr>
          <a:lstStyle>
            <a:lvl1pPr>
              <a:lnSpc>
                <a:spcPts val="900"/>
              </a:lnSpc>
              <a:defRPr lang="nl-NL" sz="800" smtClean="0">
                <a:latin typeface="Verdana" pitchFamily="34" charset="0"/>
              </a:defRPr>
            </a:lvl1pPr>
          </a:lstStyle>
          <a:p>
            <a:pPr algn="r"/>
            <a:fld id="{F25965E0-7062-474C-8671-DB3A3CE669B0}" type="slidenum">
              <a:rPr lang="en-GB" noProof="0" smtClean="0"/>
              <a:pPr algn="r"/>
              <a:t>‹#›</a:t>
            </a:fld>
            <a:endParaRPr lang="en-GB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7CE47-A15A-2F6E-D0BD-94DD2A4FFC49}"/>
              </a:ext>
            </a:extLst>
          </p:cNvPr>
          <p:cNvPicPr>
            <a:picLocks/>
          </p:cNvPicPr>
          <p:nvPr userDrawn="1"/>
        </p:nvPicPr>
        <p:blipFill>
          <a:blip r:embed="rId22"/>
          <a:stretch>
            <a:fillRect/>
          </a:stretch>
        </p:blipFill>
        <p:spPr bwMode="hidden"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  <p:sldLayoutId id="2147483664" r:id="rId9"/>
    <p:sldLayoutId id="2147483653" r:id="rId10"/>
    <p:sldLayoutId id="2147483655" r:id="rId11"/>
    <p:sldLayoutId id="2147483656" r:id="rId12"/>
    <p:sldLayoutId id="2147483657" r:id="rId13"/>
    <p:sldLayoutId id="2147483659" r:id="rId14"/>
    <p:sldLayoutId id="2147483660" r:id="rId15"/>
    <p:sldLayoutId id="2147483661" r:id="rId16"/>
    <p:sldLayoutId id="2147483663" r:id="rId17"/>
    <p:sldLayoutId id="2147483665" r:id="rId18"/>
    <p:sldLayoutId id="2147483654" r:id="rId19"/>
    <p:sldLayoutId id="2147483666" r:id="rId20"/>
  </p:sldLayoutIdLst>
  <p:hf hdr="0" ftr="0" dt="0"/>
  <p:txStyles>
    <p:titleStyle>
      <a:lvl1pPr algn="l" rtl="0" fontAlgn="base">
        <a:lnSpc>
          <a:spcPts val="3200"/>
        </a:lnSpc>
        <a:spcBef>
          <a:spcPct val="0"/>
        </a:spcBef>
        <a:spcAft>
          <a:spcPct val="0"/>
        </a:spcAft>
        <a:defRPr sz="2600" kern="1200">
          <a:solidFill>
            <a:schemeClr val="bg2"/>
          </a:solidFill>
          <a:latin typeface="Verdana" pitchFamily="34" charset="0"/>
          <a:ea typeface="+mj-ea"/>
          <a:cs typeface="+mj-cs"/>
        </a:defRPr>
      </a:lvl1pPr>
      <a:lvl2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252413" indent="-252413" algn="l" rtl="0" fontAlgn="base">
        <a:lnSpc>
          <a:spcPts val="2400"/>
        </a:lnSpc>
        <a:spcBef>
          <a:spcPts val="1100"/>
        </a:spcBef>
        <a:spcAft>
          <a:spcPct val="0"/>
        </a:spcAft>
        <a:buClr>
          <a:schemeClr val="bg2"/>
        </a:buClr>
        <a:buSzPct val="140000"/>
        <a:buFont typeface="Wingdings" pitchFamily="2" charset="2"/>
        <a:buChar char="§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1pPr>
      <a:lvl2pPr marL="982663" indent="-285750" algn="l" rtl="0" fontAlgn="base">
        <a:lnSpc>
          <a:spcPts val="2400"/>
        </a:lnSpc>
        <a:spcBef>
          <a:spcPts val="900"/>
        </a:spcBef>
        <a:spcAft>
          <a:spcPct val="0"/>
        </a:spcAft>
        <a:buClr>
          <a:schemeClr val="bg2"/>
        </a:buClr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2pPr>
      <a:lvl3pPr marL="1879600" indent="-319088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3pPr>
      <a:lvl4pPr marL="2692400" indent="-360363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 baseline="0">
          <a:solidFill>
            <a:schemeClr val="bg2"/>
          </a:solidFill>
          <a:latin typeface="Verdana" pitchFamily="34" charset="0"/>
          <a:ea typeface="+mn-ea"/>
          <a:cs typeface="+mn-cs"/>
        </a:defRPr>
      </a:lvl4pPr>
      <a:lvl5pPr marL="3405188" indent="-352425" algn="l" rtl="0" fontAlgn="base">
        <a:lnSpc>
          <a:spcPts val="2400"/>
        </a:lnSpc>
        <a:spcBef>
          <a:spcPts val="900"/>
        </a:spcBef>
        <a:spcAft>
          <a:spcPct val="0"/>
        </a:spcAft>
        <a:buSzPct val="115000"/>
        <a:buFont typeface="Verdana" pitchFamily="34" charset="0"/>
        <a:buChar char="●"/>
        <a:defRPr sz="1800" kern="1200">
          <a:solidFill>
            <a:schemeClr val="bg2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mailto:riccardo.spada@wur.nl" TargetMode="Externa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agenres.eu/" TargetMode="Externa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2/nav.3800010316" TargetMode="External"/><Relationship Id="rId3" Type="http://schemas.openxmlformats.org/officeDocument/2006/relationships/hyperlink" Target="https://doi.org/10.1079/9780851998312.0000" TargetMode="External"/><Relationship Id="rId7" Type="http://schemas.openxmlformats.org/officeDocument/2006/relationships/hyperlink" Target="https://doi.org/10.1007/S10640-019-00342-X/TABLES/2" TargetMode="External"/><Relationship Id="rId2" Type="http://schemas.openxmlformats.org/officeDocument/2006/relationships/hyperlink" Target="https://doi.org/10.1093/erae/jbz01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136/bmj.n71" TargetMode="External"/><Relationship Id="rId5" Type="http://schemas.openxmlformats.org/officeDocument/2006/relationships/hyperlink" Target="https://doi.org/10.1111/j.1468-0262.2005.00640.x" TargetMode="External"/><Relationship Id="rId4" Type="http://schemas.openxmlformats.org/officeDocument/2006/relationships/hyperlink" Target="https://doi-org.ezproxy.library.wur.nl/10.1787/43664170-en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605/OSF.IO/9XYK7" TargetMode="External"/><Relationship Id="rId2" Type="http://schemas.openxmlformats.org/officeDocument/2006/relationships/hyperlink" Target="https://doi.org/10.2307/1349215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1002/aepp.13343" TargetMode="External"/><Relationship Id="rId5" Type="http://schemas.openxmlformats.org/officeDocument/2006/relationships/hyperlink" Target="https://doi.org/10.1038/s44264-024-00028-y" TargetMode="External"/><Relationship Id="rId4" Type="http://schemas.openxmlformats.org/officeDocument/2006/relationships/hyperlink" Target="https://doi.org/10.1007/BF001225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1939-1179-9E0F-8EE7-59B428C8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1397569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Farmers input price risk management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Literature Insights and Research Agenda on Input Contract Adjustment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37D07A-D965-ADDB-D4CD-5F18BC84576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Business Economics Group</a:t>
            </a:r>
          </a:p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&amp; Research</a:t>
            </a:r>
            <a:endParaRPr lang="LID4096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C4C581E7-C8EC-5C4B-B6B3-66D450902CCE}"/>
              </a:ext>
            </a:extLst>
          </p:cNvPr>
          <p:cNvSpPr txBox="1">
            <a:spLocks/>
          </p:cNvSpPr>
          <p:nvPr/>
        </p:nvSpPr>
        <p:spPr bwMode="auto">
          <a:xfrm>
            <a:off x="561600" y="3272318"/>
            <a:ext cx="8223196" cy="1253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ts val="20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696913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560512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332037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052763" indent="0" algn="l" rtl="0" fontAlgn="base">
              <a:lnSpc>
                <a:spcPts val="20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None/>
              <a:defRPr sz="16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MATS Summer School on Agricultural Finance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Aussois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France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June 30 - July 4, 2025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E8784E48-914F-10CF-12EA-5CA4536C0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207" y="4074452"/>
            <a:ext cx="2152962" cy="45168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B961253-D638-969B-8CE6-DDA4E1F13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0207" y="3329199"/>
            <a:ext cx="2075206" cy="6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28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17BB-BEC7-BAEF-A21C-D523773D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2A0A08-5F8C-0B94-AD15-D34C99540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3238"/>
            <a:ext cx="8330400" cy="3521186"/>
          </a:xfrm>
        </p:spPr>
        <p:txBody>
          <a:bodyPr/>
          <a:lstStyle/>
          <a:p>
            <a:pPr marL="0" indent="0" algn="ctr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 and Price Risk Management: A Systematic Literature Review</a:t>
            </a:r>
          </a:p>
          <a:p>
            <a:pPr marL="0" indent="0" algn="ctr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Laura Moritz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Jens Rommel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Simone Cerroni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9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and Research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University of Trento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Swedish University of Agricultural Science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83408E-EC67-69C3-1549-8E4A84F4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0C12E-661C-7277-E506-4B28C304C2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803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C8DB-0504-9643-CD41-A7461E84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D62D1A-3848-940F-0E53-343B74C5D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3238"/>
            <a:ext cx="8330400" cy="3521186"/>
          </a:xfrm>
        </p:spPr>
        <p:txBody>
          <a:bodyPr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Recent geopolitical crises have caused substantial volatility on agricultural markets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Vigani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et al., 2024) 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Risk management tools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can be used for price risk (Hardaker et al., 2004)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Previous research argues that farmers’ decisions are in general influenced by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behavioral factors </a:t>
            </a:r>
            <a:r>
              <a:rPr lang="da-DK" sz="1600" dirty="0">
                <a:latin typeface="Arial" panose="020B0604020202020204" pitchFamily="34" charset="0"/>
                <a:cs typeface="Arial" panose="020B0604020202020204" pitchFamily="34" charset="0"/>
              </a:rPr>
              <a:t>(Dessart et al., 2019; Palm-Forster et al., 2019; Wuepper et al., 2023)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Conduct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systematic literature review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identify behavioral factors that influence the adoption of financial tools for price risk management in agriculture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08A78F-FEE7-CEF5-5EA9-BC65A803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B150-4984-541A-B45B-8769696D17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5451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E35D1-BDD2-1B81-220B-4734D3E1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418531E-EFC9-AFCB-C60D-3D4EF299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C34DA8-C89A-FE8D-6874-3E98A19627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99" y="1510866"/>
            <a:ext cx="3865001" cy="1963563"/>
          </a:xfrm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formally recognized in economic models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050677-C1CC-2F24-212C-55414ACBA9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7999" y="1510866"/>
            <a:ext cx="4104000" cy="190977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 farmer preferences but are not mathematically implemented into a theoretical economic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318F341-C57A-88DD-E923-7A98B2FE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4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C5EE12-4A44-FD2D-7C98-CD22732AE19D}"/>
              </a:ext>
            </a:extLst>
          </p:cNvPr>
          <p:cNvSpPr/>
          <p:nvPr/>
        </p:nvSpPr>
        <p:spPr>
          <a:xfrm>
            <a:off x="785477" y="149488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D1C25F-E7DE-3321-A62F-67883F48BBC3}"/>
              </a:ext>
            </a:extLst>
          </p:cNvPr>
          <p:cNvSpPr/>
          <p:nvPr/>
        </p:nvSpPr>
        <p:spPr>
          <a:xfrm>
            <a:off x="5116772" y="149488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DEF73-49F9-B587-3655-571638F5836F}"/>
              </a:ext>
            </a:extLst>
          </p:cNvPr>
          <p:cNvSpPr txBox="1"/>
          <p:nvPr/>
        </p:nvSpPr>
        <p:spPr>
          <a:xfrm>
            <a:off x="682624" y="2974293"/>
            <a:ext cx="37295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risk, uncertainty, time preferences and hyperbolic discounting, loss aversion, or probability weighting)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084B-A9BE-16BD-7AFD-F53D85C63EE2}"/>
              </a:ext>
            </a:extLst>
          </p:cNvPr>
          <p:cNvSpPr txBox="1"/>
          <p:nvPr/>
        </p:nvSpPr>
        <p:spPr>
          <a:xfrm>
            <a:off x="4985679" y="2974293"/>
            <a:ext cx="3820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social interaction, culture, and personality traits)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01D82-EFF2-7686-FB4D-A0D85EAE603A}"/>
              </a:ext>
            </a:extLst>
          </p:cNvPr>
          <p:cNvSpPr txBox="1"/>
          <p:nvPr/>
        </p:nvSpPr>
        <p:spPr>
          <a:xfrm>
            <a:off x="493201" y="939196"/>
            <a:ext cx="839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3417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728913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1538E-2218-8FF1-FAF4-7A59424D9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65" y="1337533"/>
            <a:ext cx="8824635" cy="3061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EC27BC-A17B-73AE-7C1F-D548D0ECAFC5}"/>
              </a:ext>
            </a:extLst>
          </p:cNvPr>
          <p:cNvSpPr txBox="1"/>
          <p:nvPr/>
        </p:nvSpPr>
        <p:spPr>
          <a:xfrm>
            <a:off x="2128924" y="4502635"/>
            <a:ext cx="6224091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Overview of behavioural preferences and psychological factors</a:t>
            </a:r>
            <a:endParaRPr lang="en-GB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4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AD292-CBA8-BD34-4BF1-6447579C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2DF502-7525-A21A-C81D-14E071D0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1C2863-0BD9-0BC3-F66A-D5D05B5F6A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5399" y="1510866"/>
            <a:ext cx="4228066" cy="1963563"/>
          </a:xfrm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Risk aversion still the main paradigm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Directional effect is mixed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a handful of studies relate price risk management and reference dependence, loss aversion, and uncertainty preferences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CEEF9D-9ABD-5B8D-5C39-847FABC9E0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7998" y="1510866"/>
            <a:ext cx="4143601" cy="346342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Network influences and tools knowledge were found as an important factor in adoption decision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Extension services, financial tools providers, and policy makers can have a role in providing training and education to improve farmers’ decision-making ability regarding price risk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BBF22C-BAE4-44D0-1F7B-78C67665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6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3587A0-1FA3-A3E2-CAC5-39C4B8FA1BA8}"/>
              </a:ext>
            </a:extLst>
          </p:cNvPr>
          <p:cNvSpPr/>
          <p:nvPr/>
        </p:nvSpPr>
        <p:spPr>
          <a:xfrm>
            <a:off x="785477" y="149488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6D9F19-807B-F68E-8C20-0A3444AFFF30}"/>
              </a:ext>
            </a:extLst>
          </p:cNvPr>
          <p:cNvSpPr/>
          <p:nvPr/>
        </p:nvSpPr>
        <p:spPr>
          <a:xfrm>
            <a:off x="5116772" y="149488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D3AB9-06B8-227B-FFFC-F82AA93E559E}"/>
              </a:ext>
            </a:extLst>
          </p:cNvPr>
          <p:cNvSpPr txBox="1"/>
          <p:nvPr/>
        </p:nvSpPr>
        <p:spPr>
          <a:xfrm>
            <a:off x="493201" y="939196"/>
            <a:ext cx="839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9380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2547-0E6E-B0F6-96FC-2474F04C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2C31B8-C181-C786-7581-52C2A9CC7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3238"/>
            <a:ext cx="8330400" cy="3521186"/>
          </a:xfrm>
        </p:spPr>
        <p:txBody>
          <a:bodyPr/>
          <a:lstStyle/>
          <a:p>
            <a:pPr marL="0" indent="0" algn="ctr">
              <a:buNone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Behavioural finance tools for farmers’ input price risk management</a:t>
            </a:r>
          </a:p>
          <a:p>
            <a:pPr marL="0" indent="0" algn="ctr">
              <a:buNone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GB" sz="9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9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and Research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23B65B-ECAE-D827-BBD4-A8CEAA3E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Research agenda Paper 2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5826E-F349-B3AD-848A-75C1302095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1285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F14D-4069-AAB3-529C-DBB2D730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0811924-C447-A6A1-E9F6-C39F9B4B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9BA416-66F7-EE7D-3E6C-2250903AD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3F244A-58C3-3098-B883-77B1FAF6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8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BA18AC5-766A-B558-9909-7C89C9E7DB6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(Nitrogen) 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stand out as one of the most relevant agricultural inputs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Increase productivity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High share of input costs (crop farms)</a:t>
            </a:r>
          </a:p>
          <a:p>
            <a:pPr lvl="1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Environmental concern</a:t>
            </a:r>
          </a:p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 support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to agricultural producers in the EU during the 2020-2022 period almost doubled compared to the 2015-2019 average, reaching USD 27.1 billion in OECD countries (Jones &amp; </a:t>
            </a:r>
            <a:r>
              <a:rPr lang="en-GB" sz="1600" dirty="0" err="1">
                <a:latin typeface="Arial" panose="020B0604020202020204" pitchFamily="34" charset="0"/>
                <a:cs typeface="Arial" panose="020B0604020202020204" pitchFamily="34" charset="0"/>
              </a:rPr>
              <a:t>Deuss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, 2024)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3B47-91CA-CDBB-4FC8-BEF2FEBD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7618A60-C051-E80F-35C2-C30FAD7F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34E43D-61B7-C2B4-2AB0-605AD835C9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A9E549B-826D-6646-2FC7-60819CAE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9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4E7525D-9442-0924-DEEF-B92D63F25FA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Farmers buy fertilizers at spot price or forward contract with suppliers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EB78ED4-F98D-CC30-0F25-1D7069561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200" y="2058984"/>
            <a:ext cx="8330399" cy="14973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F36762-3BCC-2EF3-C075-8085848AFCC3}"/>
              </a:ext>
            </a:extLst>
          </p:cNvPr>
          <p:cNvSpPr txBox="1"/>
          <p:nvPr/>
        </p:nvSpPr>
        <p:spPr>
          <a:xfrm>
            <a:off x="1459954" y="3747713"/>
            <a:ext cx="6224091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Simple production timeline </a:t>
            </a:r>
            <a:endParaRPr lang="en-GB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8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5532-2921-A3E6-80A3-5E432B2D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268BF52-91DE-1590-A078-A10AE66A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610302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6D7BF4-E45F-7FC5-7E12-8295DEA56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F4B3BAA-41F3-4E17-C5CA-014A7E33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10</a:t>
            </a:fld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E429A80-D16A-A2D1-6ADA-DFD374700AB0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Adjust contract specifics of suppliers contracts for farmers’ input price risk management to better fit farmers'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preferences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Show how contract adjustments potentially affect farmers utility under different decision theories and different framing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3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Decision-making theories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11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80CC81D-3B0D-C32F-0A97-96F59A10A7C1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418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Expected Utility Theory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A3B5BF-0388-50A2-B5EE-5E513133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391" y="2661040"/>
            <a:ext cx="2121215" cy="5656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D1A10-EE2E-57AC-DA36-B38924EC3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413" y="3902489"/>
            <a:ext cx="3121173" cy="353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FEEE47-CA1E-5ED3-A80C-E6A022D05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396" y="1409686"/>
            <a:ext cx="2297204" cy="555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2FAAD-6290-937B-F77A-FA3EE41D2F8B}"/>
              </a:ext>
            </a:extLst>
          </p:cNvPr>
          <p:cNvSpPr txBox="1"/>
          <p:nvPr/>
        </p:nvSpPr>
        <p:spPr>
          <a:xfrm>
            <a:off x="493200" y="2133910"/>
            <a:ext cx="7212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413" indent="-252413">
              <a:lnSpc>
                <a:spcPts val="2400"/>
              </a:lnSpc>
              <a:spcBef>
                <a:spcPts val="1100"/>
              </a:spcBef>
              <a:buClr>
                <a:schemeClr val="bg2"/>
              </a:buClr>
              <a:buSzPct val="140000"/>
              <a:buFont typeface="Wingdings" pitchFamily="2" charset="2"/>
              <a:buChar char="§"/>
            </a:pPr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 Prospect Theory (Tversky and Kahneman, 1992)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E0974-4491-BE9F-BF97-4ACD1049BEAE}"/>
              </a:ext>
            </a:extLst>
          </p:cNvPr>
          <p:cNvSpPr txBox="1"/>
          <p:nvPr/>
        </p:nvSpPr>
        <p:spPr>
          <a:xfrm>
            <a:off x="493200" y="3328680"/>
            <a:ext cx="6358045" cy="3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413" indent="-252413">
              <a:lnSpc>
                <a:spcPts val="2400"/>
              </a:lnSpc>
              <a:spcBef>
                <a:spcPts val="1100"/>
              </a:spcBef>
              <a:buClr>
                <a:schemeClr val="bg2"/>
              </a:buClr>
              <a:buSzPct val="140000"/>
              <a:buFont typeface="Wingdings" pitchFamily="2" charset="2"/>
              <a:buChar char="§"/>
            </a:pPr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Decision-making under uncertainty (Knight, 1921)</a:t>
            </a:r>
          </a:p>
        </p:txBody>
      </p:sp>
    </p:spTree>
    <p:extLst>
      <p:ext uri="{BB962C8B-B14F-4D97-AF65-F5344CB8AC3E}">
        <p14:creationId xmlns:p14="http://schemas.microsoft.com/office/powerpoint/2010/main" val="4008411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BF8A02E-2FDC-744B-E018-6F49660AAB6E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farmers buy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fertilisers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they pay the market price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forward contracting, the input costs become fixed, with the forward price calculated as: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introducing an “insurance” mechanism to the contract: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Economic model and contract design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C671D3-501B-D0AD-66E4-627E655D9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498" y="944218"/>
            <a:ext cx="1597004" cy="423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FA335D-60DF-152F-B77E-8C10B29C7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7" y="2485088"/>
            <a:ext cx="920726" cy="3415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D2DCE-4483-0124-31C4-070DA5DB1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498" y="4047829"/>
            <a:ext cx="1593860" cy="302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F4A55C-D70D-A531-F8D2-B69ABC25A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037" y="3508687"/>
            <a:ext cx="2083926" cy="3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8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Framing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13</a:t>
            </a:fld>
            <a:endParaRPr lang="en-GB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CE59B76E-73F0-CE14-16B9-8F65FCBBD71A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Traditional (broad) framing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risky choices are considered broadly in conjunction with other risks, by defining the utility of total wealth or profits. 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Narrow framing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farmers consider contracts decisions as a stand-alone investment: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a forward contract: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the adjusted contract: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C727F5-3B83-CF00-988B-ABA51AF5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907" y="3047537"/>
            <a:ext cx="990179" cy="235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759796-3129-BCCA-F07C-40C622E7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102" y="4009866"/>
            <a:ext cx="813788" cy="1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2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and Empirical strategy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14</a:t>
            </a:fld>
            <a:endParaRPr lang="en-GB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5133CB7-FF6A-952B-4CA1-D1CFBA5B87C7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Fertilizer prices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World Bank Commodity prices (urea), monthly data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Farm input prices (?)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Relationship fertilizer-yield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Moment-based approach (Antle, 1983)</a:t>
            </a:r>
          </a:p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 pricing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Black-Scholes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36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8438400" cy="3516182"/>
          </a:xfrm>
        </p:spPr>
        <p:txBody>
          <a:bodyPr/>
          <a:lstStyle/>
          <a:p>
            <a:pPr marL="0" indent="0">
              <a:buNone/>
            </a:pPr>
            <a:endParaRPr lang="en-US" sz="2000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15</a:t>
            </a:fld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0C01E8F-2B7A-B9E0-B132-2BFDB1196EA6}"/>
              </a:ext>
            </a:extLst>
          </p:cNvPr>
          <p:cNvSpPr txBox="1">
            <a:spLocks/>
          </p:cNvSpPr>
          <p:nvPr/>
        </p:nvSpPr>
        <p:spPr bwMode="auto">
          <a:xfrm>
            <a:off x="493200" y="944218"/>
            <a:ext cx="8398799" cy="351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Decision model: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Winter wheat case 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Other costs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Extend to multi-year contracts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Experimental investigation on farmer acceptance of adjusted contracts</a:t>
            </a:r>
          </a:p>
        </p:txBody>
      </p:sp>
    </p:spTree>
    <p:extLst>
      <p:ext uri="{BB962C8B-B14F-4D97-AF65-F5344CB8AC3E}">
        <p14:creationId xmlns:p14="http://schemas.microsoft.com/office/powerpoint/2010/main" val="1956084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599" y="169210"/>
            <a:ext cx="8183983" cy="583628"/>
          </a:xfrm>
        </p:spPr>
        <p:txBody>
          <a:bodyPr/>
          <a:lstStyle/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16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05BF9-E351-B5E3-3B67-CEC6EBD5E476}"/>
              </a:ext>
            </a:extLst>
          </p:cNvPr>
          <p:cNvSpPr txBox="1"/>
          <p:nvPr/>
        </p:nvSpPr>
        <p:spPr>
          <a:xfrm>
            <a:off x="561599" y="1554309"/>
            <a:ext cx="3722914" cy="99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riccardo.spada@wur.nl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A81CD-261D-905B-3D13-93483B89F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6" y="2571750"/>
            <a:ext cx="1420081" cy="1394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CE557-E54E-7E62-8E70-86C3A5E5F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90" y="2553109"/>
            <a:ext cx="1420081" cy="1402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2A316C-9AAC-F36E-AF10-BFC180E71239}"/>
              </a:ext>
            </a:extLst>
          </p:cNvPr>
          <p:cNvSpPr txBox="1"/>
          <p:nvPr/>
        </p:nvSpPr>
        <p:spPr>
          <a:xfrm>
            <a:off x="4653590" y="1572950"/>
            <a:ext cx="3722914" cy="99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AgEnRes project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https://agenres.eu/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1800"/>
              </a:lnSpc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436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480008" y="1730222"/>
            <a:ext cx="8183983" cy="583628"/>
          </a:xfrm>
        </p:spPr>
        <p:txBody>
          <a:bodyPr/>
          <a:lstStyle/>
          <a:p>
            <a:pPr algn="ctr"/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772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9200" y="260650"/>
            <a:ext cx="8425596" cy="993997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 and Price Risk Management: A Systematic Literature Review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21"/>
          </p:nvPr>
        </p:nvSpPr>
        <p:spPr>
          <a:xfrm>
            <a:off x="1554946" y="1677600"/>
            <a:ext cx="6034103" cy="2787574"/>
          </a:xfrm>
        </p:spPr>
        <p:txBody>
          <a:bodyPr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Riccardo Spada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Laura Moritz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Jens Rommel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Simone Cerroni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Miranda Meuwissen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, Tobias Dalhaus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>
              <a:lnSpc>
                <a:spcPct val="100000"/>
              </a:lnSpc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Wageningen University and Research </a:t>
            </a: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University of Trento</a:t>
            </a:r>
          </a:p>
          <a:p>
            <a:pPr algn="ctr">
              <a:lnSpc>
                <a:spcPct val="100000"/>
              </a:lnSpc>
            </a:pPr>
            <a:r>
              <a:rPr lang="en-GB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Swedish University of Agricultural Science</a:t>
            </a:r>
          </a:p>
          <a:p>
            <a:pPr algn="ctr">
              <a:lnSpc>
                <a:spcPct val="100000"/>
              </a:lnSpc>
            </a:pP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8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sz="quarter" idx="10"/>
          </p:nvPr>
        </p:nvSpPr>
        <p:spPr>
          <a:xfrm>
            <a:off x="493200" y="983974"/>
            <a:ext cx="3210120" cy="3476426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Behavioral economists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developed extensions of Expected Utility Theory and relax some of its assumption by incorporating new behavioral preferences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GB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19</a:t>
            </a:fld>
            <a:endParaRPr lang="en-GB"/>
          </a:p>
        </p:txBody>
      </p:sp>
      <p:sp>
        <p:nvSpPr>
          <p:cNvPr id="2" name="Tijdelijke aanduiding voor tekst 4">
            <a:extLst>
              <a:ext uri="{FF2B5EF4-FFF2-40B4-BE49-F238E27FC236}">
                <a16:creationId xmlns:a16="http://schemas.microsoft.com/office/drawing/2014/main" id="{059DE786-B500-BF47-3E2C-B70587D0EF50}"/>
              </a:ext>
            </a:extLst>
          </p:cNvPr>
          <p:cNvSpPr txBox="1">
            <a:spLocks/>
          </p:cNvSpPr>
          <p:nvPr/>
        </p:nvSpPr>
        <p:spPr bwMode="auto">
          <a:xfrm>
            <a:off x="4572000" y="983974"/>
            <a:ext cx="3210120" cy="3476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2413" indent="-252413" algn="l" rtl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  <a:buClr>
                <a:schemeClr val="bg2"/>
              </a:buClr>
              <a:buSzPct val="140000"/>
              <a:buFont typeface="Wingdings" pitchFamily="2" charset="2"/>
              <a:buChar char="§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1pPr>
            <a:lvl2pPr marL="982663" indent="-285750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Clr>
                <a:schemeClr val="bg2"/>
              </a:buClr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2pPr>
            <a:lvl3pPr marL="1879600" indent="-319088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3pPr>
            <a:lvl4pPr marL="2692400" indent="-360363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 baseline="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4pPr>
            <a:lvl5pPr marL="3405188" indent="-352425" algn="l" rtl="0" fontAlgn="base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SzPct val="115000"/>
              <a:buFont typeface="Verdana" pitchFamily="34" charset="0"/>
              <a:buChar char="●"/>
              <a:defRPr sz="1800" kern="1200">
                <a:solidFill>
                  <a:schemeClr val="bg2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Social-psychological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factors not yet considered formally in economic models, play an increasing role in applied agricultural economics research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64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34278"/>
            <a:ext cx="3865001" cy="1963563"/>
          </a:xfrm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formally recognized in economic models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54968-81E4-735A-E27C-C31E12ED0F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5800" y="934278"/>
            <a:ext cx="4104000" cy="1909775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 farmer preferences but are not mathematically implemented into a theoretical economic model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20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B01697-0B49-7224-66AD-AC6E0E170316}"/>
              </a:ext>
            </a:extLst>
          </p:cNvPr>
          <p:cNvSpPr/>
          <p:nvPr/>
        </p:nvSpPr>
        <p:spPr>
          <a:xfrm>
            <a:off x="783278" y="91829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955088-5A7A-176F-AB2D-CF1219FF4AE4}"/>
              </a:ext>
            </a:extLst>
          </p:cNvPr>
          <p:cNvSpPr/>
          <p:nvPr/>
        </p:nvSpPr>
        <p:spPr>
          <a:xfrm>
            <a:off x="5114573" y="91829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F1C80-7D91-5852-19EB-360A187F9AE2}"/>
              </a:ext>
            </a:extLst>
          </p:cNvPr>
          <p:cNvSpPr txBox="1"/>
          <p:nvPr/>
        </p:nvSpPr>
        <p:spPr>
          <a:xfrm>
            <a:off x="680425" y="2397705"/>
            <a:ext cx="37295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risk, uncertainty, time preferences and hyperbolic discounting, loss aversion, or probability weighting)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3F764-BCC3-880B-B20F-537CE00AF62B}"/>
              </a:ext>
            </a:extLst>
          </p:cNvPr>
          <p:cNvSpPr txBox="1"/>
          <p:nvPr/>
        </p:nvSpPr>
        <p:spPr>
          <a:xfrm>
            <a:off x="4983480" y="2397705"/>
            <a:ext cx="38208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(e.g. social interaction, culture, and personality traits). </a:t>
            </a:r>
          </a:p>
        </p:txBody>
      </p:sp>
    </p:spTree>
    <p:extLst>
      <p:ext uri="{BB962C8B-B14F-4D97-AF65-F5344CB8AC3E}">
        <p14:creationId xmlns:p14="http://schemas.microsoft.com/office/powerpoint/2010/main" val="3783670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199" y="1391478"/>
            <a:ext cx="4451091" cy="306892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Decision-making theories: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Expected Utility Theory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Cumulative Prospect Theory (Tversky &amp; Kahneman, 1992)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Theories under uncertainty and ambiguity (Savage, 1954;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Klibanoff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et al., 2005)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21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C60E4-8027-4542-D3D5-1E509FFBB0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6901" y="1465312"/>
            <a:ext cx="3195322" cy="2723322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risk preferences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loss aversion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probability weighting 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time preferences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uncertainty aversion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subjective probabilities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E0438B4-CF00-BC91-38E4-081DA0887F72}"/>
              </a:ext>
            </a:extLst>
          </p:cNvPr>
          <p:cNvSpPr/>
          <p:nvPr/>
        </p:nvSpPr>
        <p:spPr>
          <a:xfrm>
            <a:off x="4944290" y="2161051"/>
            <a:ext cx="819235" cy="665922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2D7AF9-988E-C00E-24B6-F8A43079B524}"/>
              </a:ext>
            </a:extLst>
          </p:cNvPr>
          <p:cNvSpPr/>
          <p:nvPr/>
        </p:nvSpPr>
        <p:spPr>
          <a:xfrm>
            <a:off x="561600" y="934278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</p:spTree>
    <p:extLst>
      <p:ext uri="{BB962C8B-B14F-4D97-AF65-F5344CB8AC3E}">
        <p14:creationId xmlns:p14="http://schemas.microsoft.com/office/powerpoint/2010/main" val="4008820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Conceptual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1391478"/>
            <a:ext cx="7970400" cy="3068921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Following the approach proposed by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Dessart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et al. (2019):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Dispositional factors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rather stable internal factors of a given individual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Social factors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relate to the network and social environment 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Cognitive factors 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related to learning and reasoning and are more closely dependent on the specific decision-making process 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22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649E2F-7031-8B2B-1158-9D51BC363438}"/>
              </a:ext>
            </a:extLst>
          </p:cNvPr>
          <p:cNvSpPr/>
          <p:nvPr/>
        </p:nvSpPr>
        <p:spPr>
          <a:xfrm>
            <a:off x="561600" y="953496"/>
            <a:ext cx="3284843" cy="43798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</p:spTree>
    <p:extLst>
      <p:ext uri="{BB962C8B-B14F-4D97-AF65-F5344CB8AC3E}">
        <p14:creationId xmlns:p14="http://schemas.microsoft.com/office/powerpoint/2010/main" val="3411532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3677923" cy="3516182"/>
          </a:xfrm>
        </p:spPr>
        <p:txBody>
          <a:bodyPr/>
          <a:lstStyle/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Systematic Literature Review</a:t>
            </a:r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Pre-registration plan (Spada et al., 2024)</a:t>
            </a:r>
            <a:endParaRPr lang="en-US" sz="1400"/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PRISMA guidelines (Page et al., 2021)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23</a:t>
            </a:fld>
            <a:endParaRPr lang="en-GB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52D630-17F6-6487-26CA-E7C14AC8F1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525466"/>
              </p:ext>
            </p:extLst>
          </p:nvPr>
        </p:nvGraphicFramePr>
        <p:xfrm>
          <a:off x="5320800" y="1277962"/>
          <a:ext cx="3330000" cy="318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A0F9E1-1CE9-1D16-A3E0-99ACA4B089F1}"/>
              </a:ext>
            </a:extLst>
          </p:cNvPr>
          <p:cNvSpPr txBox="1"/>
          <p:nvPr/>
        </p:nvSpPr>
        <p:spPr>
          <a:xfrm>
            <a:off x="493200" y="2337236"/>
            <a:ext cx="45720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 Scopus; Web Of Science</a:t>
            </a:r>
          </a:p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Search string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Farmers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Financial tools</a:t>
            </a:r>
          </a:p>
          <a:p>
            <a:pPr marL="615950" indent="-342900">
              <a:lnSpc>
                <a:spcPct val="150000"/>
              </a:lnSpc>
              <a:buSzPct val="89000"/>
              <a:buAutoNum type="arabi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Behavioral factors</a:t>
            </a:r>
          </a:p>
          <a:p>
            <a:pPr marL="1570037" lvl="1" indent="-400050">
              <a:lnSpc>
                <a:spcPct val="150000"/>
              </a:lnSpc>
              <a:buSzPct val="89000"/>
              <a:buFont typeface="+mj-lt"/>
              <a:buAutoNum type="romanU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Behavioral preferences </a:t>
            </a:r>
          </a:p>
          <a:p>
            <a:pPr marL="1570037" lvl="1" indent="-400050">
              <a:lnSpc>
                <a:spcPct val="150000"/>
              </a:lnSpc>
              <a:buSzPct val="89000"/>
              <a:buFont typeface="+mj-lt"/>
              <a:buAutoNum type="romanUcPeriod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</p:spTree>
    <p:extLst>
      <p:ext uri="{BB962C8B-B14F-4D97-AF65-F5344CB8AC3E}">
        <p14:creationId xmlns:p14="http://schemas.microsoft.com/office/powerpoint/2010/main" val="3579610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728913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Eligibility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24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F8BF09-AC3C-720D-2D0D-D17D87A2D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58471"/>
              </p:ext>
            </p:extLst>
          </p:nvPr>
        </p:nvGraphicFramePr>
        <p:xfrm>
          <a:off x="3395342" y="849223"/>
          <a:ext cx="5068258" cy="3505910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1608304">
                  <a:extLst>
                    <a:ext uri="{9D8B030D-6E8A-4147-A177-3AD203B41FA5}">
                      <a16:colId xmlns:a16="http://schemas.microsoft.com/office/drawing/2014/main" val="1366608811"/>
                    </a:ext>
                  </a:extLst>
                </a:gridCol>
                <a:gridCol w="3459954">
                  <a:extLst>
                    <a:ext uri="{9D8B030D-6E8A-4147-A177-3AD203B41FA5}">
                      <a16:colId xmlns:a16="http://schemas.microsoft.com/office/drawing/2014/main" val="564145921"/>
                    </a:ext>
                  </a:extLst>
                </a:gridCol>
              </a:tblGrid>
              <a:tr h="19180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Inclusion criteria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457044"/>
                  </a:ext>
                </a:extLst>
              </a:tr>
              <a:tr h="3012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Farmers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5076351"/>
                  </a:ext>
                </a:extLst>
              </a:tr>
              <a:tr h="15440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making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Adoption of financial price risk management tools: 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Forward contracts 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Futures contracts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 contracts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insurances</a:t>
                      </a:r>
                    </a:p>
                    <a:p>
                      <a:pPr marL="800100" marR="0" lvl="1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price tools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100" kern="120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Impact of </a:t>
                      </a:r>
                      <a:r>
                        <a:rPr lang="en-GB" sz="1100" kern="1200" err="1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behavioral</a:t>
                      </a:r>
                      <a:r>
                        <a:rPr lang="en-GB" sz="1100" kern="120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preferences and psychological factors on adoption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36355"/>
                  </a:ext>
                </a:extLst>
              </a:tr>
              <a:tr h="39826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Geography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Agricultural systems in countries classified as "advanced economies"</a:t>
                      </a:r>
                      <a:r>
                        <a:rPr lang="en-GB" sz="1100" baseline="30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945255"/>
                  </a:ext>
                </a:extLst>
              </a:tr>
              <a:tr h="36985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of report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Peer-reviewed literature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24269"/>
                  </a:ext>
                </a:extLst>
              </a:tr>
              <a:tr h="3216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of publication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limit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873788"/>
                  </a:ext>
                </a:extLst>
              </a:tr>
              <a:tr h="3216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English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73772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2CCAC1-C2DC-7AA0-EF4D-07882DC77AA9}"/>
              </a:ext>
            </a:extLst>
          </p:cNvPr>
          <p:cNvSpPr txBox="1"/>
          <p:nvPr/>
        </p:nvSpPr>
        <p:spPr>
          <a:xfrm>
            <a:off x="3368658" y="4334104"/>
            <a:ext cx="5255458" cy="30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GB" sz="1050" baseline="300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005172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Following the International Monetary Fund “advanced economies” classification.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5172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11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354912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Screening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1469 entries obtained through the search process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To ensure literature saturation, a snowballing method was implemented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9C337-48AC-3845-2D88-2216D676FF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4881150" y="805798"/>
            <a:ext cx="3239979" cy="380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8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3200" y="944218"/>
            <a:ext cx="7289139" cy="351618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Categorization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26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7CF97A-BFCC-914C-2700-BCBA635D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95006"/>
              </p:ext>
            </p:extLst>
          </p:nvPr>
        </p:nvGraphicFramePr>
        <p:xfrm>
          <a:off x="561600" y="1421297"/>
          <a:ext cx="7902000" cy="2948737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3951000">
                  <a:extLst>
                    <a:ext uri="{9D8B030D-6E8A-4147-A177-3AD203B41FA5}">
                      <a16:colId xmlns:a16="http://schemas.microsoft.com/office/drawing/2014/main" val="3236045850"/>
                    </a:ext>
                  </a:extLst>
                </a:gridCol>
                <a:gridCol w="3951000">
                  <a:extLst>
                    <a:ext uri="{9D8B030D-6E8A-4147-A177-3AD203B41FA5}">
                      <a16:colId xmlns:a16="http://schemas.microsoft.com/office/drawing/2014/main" val="3112007566"/>
                    </a:ext>
                  </a:extLst>
                </a:gridCol>
              </a:tblGrid>
              <a:tr h="2155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Behavioral preferences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Psychological factors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7309947"/>
                  </a:ext>
                </a:extLst>
              </a:tr>
              <a:tr h="2309032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preferences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preferences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Uncertainty and Variation aversion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 weighting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aversion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dependence 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expectations</a:t>
                      </a:r>
                      <a:endParaRPr lang="en-US" sz="20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Dispositional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attitudes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Innovativeness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 attitudes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influence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norms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Cognitive factors</a:t>
                      </a:r>
                      <a:endParaRPr lang="en-US" sz="20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 knowledge and perceived ease of use 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perceptions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Perceived usefulness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perceptions</a:t>
                      </a:r>
                      <a:endParaRPr lang="en-US" sz="2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2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and yield expectations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538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514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0565" y="939391"/>
            <a:ext cx="5502870" cy="3516182"/>
          </a:xfrm>
        </p:spPr>
        <p:txBody>
          <a:bodyPr/>
          <a:lstStyle/>
          <a:p>
            <a:pPr marL="0" indent="0" algn="ctr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Methodological categorization 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27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D4BC58-B0A1-0D85-A076-68F427C01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726020"/>
              </p:ext>
            </p:extLst>
          </p:nvPr>
        </p:nvGraphicFramePr>
        <p:xfrm>
          <a:off x="1361661" y="1389312"/>
          <a:ext cx="6469521" cy="1308170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1952763">
                  <a:extLst>
                    <a:ext uri="{9D8B030D-6E8A-4147-A177-3AD203B41FA5}">
                      <a16:colId xmlns:a16="http://schemas.microsoft.com/office/drawing/2014/main" val="2341045019"/>
                    </a:ext>
                  </a:extLst>
                </a:gridCol>
                <a:gridCol w="1406967">
                  <a:extLst>
                    <a:ext uri="{9D8B030D-6E8A-4147-A177-3AD203B41FA5}">
                      <a16:colId xmlns:a16="http://schemas.microsoft.com/office/drawing/2014/main" val="1706398505"/>
                    </a:ext>
                  </a:extLst>
                </a:gridCol>
                <a:gridCol w="1775145">
                  <a:extLst>
                    <a:ext uri="{9D8B030D-6E8A-4147-A177-3AD203B41FA5}">
                      <a16:colId xmlns:a16="http://schemas.microsoft.com/office/drawing/2014/main" val="3398720424"/>
                    </a:ext>
                  </a:extLst>
                </a:gridCol>
                <a:gridCol w="1334646">
                  <a:extLst>
                    <a:ext uri="{9D8B030D-6E8A-4147-A177-3AD203B41FA5}">
                      <a16:colId xmlns:a16="http://schemas.microsoft.com/office/drawing/2014/main" val="1850895337"/>
                    </a:ext>
                  </a:extLst>
                </a:gridCol>
              </a:tblGrid>
              <a:tr h="261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Behavioral preferences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0">
                          <a:effectLst/>
                        </a:rPr>
                        <a:t>Number of papers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Psychological factors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0">
                          <a:effectLst/>
                        </a:rPr>
                        <a:t>Number of papers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4857122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Theoretical models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>
                          <a:effectLst/>
                        </a:rPr>
                        <a:t>Experiments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077157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Optimizations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>
                          <a:effectLst/>
                        </a:rPr>
                        <a:t>Econometric methods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0351280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900" b="0">
                          <a:effectLst/>
                        </a:rPr>
                        <a:t>Stochastic dominance</a:t>
                      </a:r>
                      <a:endParaRPr lang="en-US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3876237"/>
                  </a:ext>
                </a:extLst>
              </a:tr>
              <a:tr h="2616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57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Total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900" b="1">
                          <a:effectLst/>
                        </a:rPr>
                        <a:t>43</a:t>
                      </a:r>
                      <a:endParaRPr lang="en-US" sz="12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3051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633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F86053-BEE1-902E-7F9D-A2E8171CD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5365" y="939391"/>
            <a:ext cx="5502870" cy="3516182"/>
          </a:xfrm>
        </p:spPr>
        <p:txBody>
          <a:bodyPr/>
          <a:lstStyle/>
          <a:p>
            <a:pPr marL="0" indent="0" algn="ctr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Distribution of publication over time</a:t>
            </a:r>
          </a:p>
          <a:p>
            <a:pPr marL="0" indent="0">
              <a:buNone/>
            </a:pPr>
            <a:endParaRPr lang="en-US" b="1" i="1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FE188-3F39-3CA9-7251-54A58D01E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035" y="1516793"/>
            <a:ext cx="4519930" cy="28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77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Behavioral preferences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29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DCEAD-5E38-34E1-ADDF-5C1CD131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9" y="827107"/>
            <a:ext cx="7326081" cy="3295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B1C5E6-1DC0-0260-6FBE-2369ACF2CFC1}"/>
              </a:ext>
            </a:extLst>
          </p:cNvPr>
          <p:cNvSpPr txBox="1"/>
          <p:nvPr/>
        </p:nvSpPr>
        <p:spPr>
          <a:xfrm>
            <a:off x="908959" y="4123061"/>
            <a:ext cx="7660275" cy="306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Notes: Numbers inside the boxes indicate the number of statistically insignificant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962367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30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32C419-BA49-A2EB-3294-5E96B193A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90" y="1060615"/>
            <a:ext cx="7271620" cy="32932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4D986F-5253-AFB2-0442-F803C5469E96}"/>
              </a:ext>
            </a:extLst>
          </p:cNvPr>
          <p:cNvSpPr txBox="1"/>
          <p:nvPr/>
        </p:nvSpPr>
        <p:spPr>
          <a:xfrm>
            <a:off x="1668409" y="752838"/>
            <a:ext cx="6116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Statistically significant results relative to total observations</a:t>
            </a:r>
            <a:endParaRPr lang="LID4096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51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Psychological factors</a:t>
            </a:r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smtClean="0"/>
              <a:pPr algn="r"/>
              <a:t>31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5C25E-B418-9C2A-7C53-B87FF202AC04}"/>
              </a:ext>
            </a:extLst>
          </p:cNvPr>
          <p:cNvSpPr txBox="1"/>
          <p:nvPr/>
        </p:nvSpPr>
        <p:spPr>
          <a:xfrm>
            <a:off x="908959" y="4276212"/>
            <a:ext cx="7660275" cy="291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Notes: Numbers inside the boxes indicate the number of statistically insignificant observations.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294B7-7FAC-1955-F16B-52FAD0C1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5" y="1060615"/>
            <a:ext cx="7170729" cy="32758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1E81A2-EB75-694E-2BF3-8C441B0BCB96}"/>
              </a:ext>
            </a:extLst>
          </p:cNvPr>
          <p:cNvSpPr txBox="1"/>
          <p:nvPr/>
        </p:nvSpPr>
        <p:spPr>
          <a:xfrm>
            <a:off x="1513609" y="752838"/>
            <a:ext cx="6116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Effect and direction of statistically significant results </a:t>
            </a:r>
            <a:endParaRPr lang="LID4096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8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BE5-426B-CC1C-8BCE-5581AC0E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1679-24DA-42C5-2CA9-50BA536CBB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600" y="809730"/>
            <a:ext cx="8330399" cy="35240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Dessart, F. J., Barreiro-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Hurlé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J., &amp; van Bavel, R. (2019).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Behavioural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factors affecting the adoption of sustainable farming practices: a policy-oriented review. European Review of Agricultural Economics, 46(3), 417–471.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https://doi.org/10.1093/erae/jbz019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Hardaker, J., Lien, G., Anderson, J., &amp;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Huirne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R. B. M. (2004). Coping with risk in agriculture (J. B. Hardaker, R. B. M.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Huirne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J. R. Anderson, &amp; G. Lien, Eds.; 3rd ed.). CABI.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https://doi.org/10.1079/9780851998312.0000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Jones, D. and A. </a:t>
            </a:r>
            <a:r>
              <a:rPr lang="en-GB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Deuss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(2024), “Understanding the resilience of fertiliser markets to shocks: An overview of fertiliser policies”, OECD Food, Agriculture and Fisheries Papers, No. 208, OECD Publishing, Paris, 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https://doi-org.ezproxy.library.wur.nl/10.1787/43664170-en</a:t>
            </a:r>
            <a:r>
              <a:rPr lang="en-GB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Klibanoff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P., Marinacci, M., &amp; Mukerji, S. (2005). A Smooth Model of Decision Making under Ambiguity.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Econometrica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73(6), 1849–1892.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https://doi.org/10.1111/j.1468-0262.2005.00640.x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Page, M. J., McKenzie, J. E., Bossuyt, P. M.,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Boutron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I., Hoffmann, T. C., Mulrow, C. D., </a:t>
            </a:r>
            <a:r>
              <a:rPr lang="en-US" sz="1000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Shamseer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L., Tetzlaff, J. M., Akl, E. A., Brennan, S. E., Chou, R., Glanville, J., Grimshaw, J. M., Hróbjartsson, A., Lalu, M. M., Li, T., Loder, E. W., Mayo-Wilson, E., McDonald, S., … Moher, D. (2021). The PRISMA 2020 statement: an updated guideline for reporting systematic reviews. BMJ, 372, n71. 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https://doi.org/10.1136/bmj.n71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Palm-Forster, L. H., Ferraro, P. J., Janusch, N., Vossler, C. A., &amp; Messer, K. D. (2019). Behavioral and Experimental Agri-Environmental Research: Methodological Challenges, Literature Gaps, and Recommendations. Environmental and Resource Economics, 73(3), 719–742.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7"/>
              </a:rPr>
              <a:t>https://doi.org/10.1007/S10640-019-00342-X/TABLES/2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Savage, L. J. (1954). The foundations of statistics. In Naval Research Logistics Quarterly (Vol. 1, Issue 3). John Wiley &amp; Sons, Ltd.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8"/>
              </a:rPr>
              <a:t>https://doi.org/10.1002/nav.3800010316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0C4DC-69A3-AD6B-04E0-8E7B3A65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32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78081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BE5-426B-CC1C-8BCE-5581AC0E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0" y="169210"/>
            <a:ext cx="8330400" cy="583628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81679-24DA-42C5-2CA9-50BA536CBB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1600" y="809730"/>
            <a:ext cx="8330399" cy="352404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Shapiro, B. I., &amp; Brorsen, B. W. (1988). Factors Affecting Farmers’ Hedging Decisions. North Central Journal of Agricultural Economics, 10(2), 145. </a:t>
            </a: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https://doi.org/10.2307/1349215</a:t>
            </a:r>
            <a:r>
              <a:rPr lang="en-US" sz="10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Spada, R., Moritz, L., Rommel, J., Cerroni, S., Meuwissen, M., &amp; Dalhaus, T. (2024). Pre-registration plan for “Understanding Farmers Behavior in the Adoption of Financial Price Risk Management Tools: A Systematic Literature Review.”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3"/>
              </a:rPr>
              <a:t>https://doi.org/10.17605/OSF.IO/9XYK7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Tversky, A., &amp; Kahneman, D. (1992). Advances in prospect theory: Cumulative representation of uncertainty. Journal of Risk and Uncertainty, 5(4), 297–323. 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https://doi.org/10.1007/BF00122574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1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Vigani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M.,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Fellmann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T., Porcella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Capkovicova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A., &amp; Ferrari, E. (2024). Harvesting resilience: adapting the EU agricultural system to global challenges.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Npj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Sustainable Agriculture 2024 2:1, 2(1), 1–7. 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  <a:hlinkClick r:id="rId5"/>
              </a:rPr>
              <a:t>https://doi.org/10.1038/s44264-024-00028-y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Wuepper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, D., </a:t>
            </a:r>
            <a:r>
              <a:rPr lang="en-US" sz="1000" dirty="0" err="1">
                <a:latin typeface="Times New Roman" panose="02020603050405020304" pitchFamily="18" charset="0"/>
                <a:cs typeface="Arial" panose="020B0604020202020204" pitchFamily="34" charset="0"/>
              </a:rPr>
              <a:t>Bukchin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‐Peles, S., Just, D., &amp; Zilberman, D. (2023). Behavioral agricultural economics. Applied Economic Perspectives and Policy, 45(4), 2094–2105. 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  <a:hlinkClick r:id="rId6"/>
              </a:rPr>
              <a:t>https://doi.org/10.1002/aepp.13343</a:t>
            </a:r>
            <a:r>
              <a:rPr lang="en-US" sz="10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0C4DC-69A3-AD6B-04E0-8E7B3A65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25965E0-7062-474C-8671-DB3A3CE669B0}" type="slidenum">
              <a:rPr lang="en-GB" noProof="0" smtClean="0"/>
              <a:pPr algn="r"/>
              <a:t>33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3529501"/>
      </p:ext>
    </p:extLst>
  </p:cSld>
  <p:clrMapOvr>
    <a:masterClrMapping/>
  </p:clrMapOvr>
</p:sld>
</file>

<file path=ppt/theme/theme1.xml><?xml version="1.0" encoding="utf-8"?>
<a:theme xmlns:a="http://schemas.openxmlformats.org/drawingml/2006/main" name="WUR">
  <a:themeElements>
    <a:clrScheme name="WUR 2022">
      <a:dk1>
        <a:srgbClr val="005172"/>
      </a:dk1>
      <a:lt1>
        <a:srgbClr val="FFFFFF"/>
      </a:lt1>
      <a:dk2>
        <a:srgbClr val="008A00"/>
      </a:dk2>
      <a:lt2>
        <a:srgbClr val="005172"/>
      </a:lt2>
      <a:accent1>
        <a:srgbClr val="6AADE4"/>
      </a:accent1>
      <a:accent2>
        <a:srgbClr val="D0B972"/>
      </a:accent2>
      <a:accent3>
        <a:srgbClr val="D5D2CA"/>
      </a:accent3>
      <a:accent4>
        <a:srgbClr val="FF7900"/>
      </a:accent4>
      <a:accent5>
        <a:srgbClr val="00549F"/>
      </a:accent5>
      <a:accent6>
        <a:srgbClr val="000000"/>
      </a:accent6>
      <a:hlink>
        <a:srgbClr val="00549F"/>
      </a:hlink>
      <a:folHlink>
        <a:srgbClr val="00549F"/>
      </a:folHlink>
    </a:clrScheme>
    <a:fontScheme name="Wageningen U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ot="0" spcFirstLastPara="0" vertOverflow="overflow" horzOverflow="overflow" vert="horz" wrap="square" lIns="91440" tIns="45720" rIns="91440" bIns="72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ts val="1800"/>
          </a:lnSpc>
          <a:defRPr sz="1400" dirty="0" err="1" smtClean="0">
            <a:latin typeface="Verdana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2000</Words>
  <Application>Microsoft Office PowerPoint</Application>
  <PresentationFormat>On-screen Show (16:9)</PresentationFormat>
  <Paragraphs>329</Paragraphs>
  <Slides>33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Symbol</vt:lpstr>
      <vt:lpstr>Times New Roman</vt:lpstr>
      <vt:lpstr>Verdana</vt:lpstr>
      <vt:lpstr>Wingdings</vt:lpstr>
      <vt:lpstr>WUR</vt:lpstr>
      <vt:lpstr>Farmers input price risk management Literature Insights and Research Agenda on Input Contract Adjustment</vt:lpstr>
      <vt:lpstr>Literature review</vt:lpstr>
      <vt:lpstr>Literature review</vt:lpstr>
      <vt:lpstr>Literature review</vt:lpstr>
      <vt:lpstr>Literature review</vt:lpstr>
      <vt:lpstr>Literature review</vt:lpstr>
      <vt:lpstr>Research agenda Paper 2</vt:lpstr>
      <vt:lpstr>Introduction</vt:lpstr>
      <vt:lpstr>Introduction</vt:lpstr>
      <vt:lpstr>Objectives</vt:lpstr>
      <vt:lpstr>Decision-making theories</vt:lpstr>
      <vt:lpstr>Economic model and contract design</vt:lpstr>
      <vt:lpstr>Framing </vt:lpstr>
      <vt:lpstr>Data and Empirical strategy</vt:lpstr>
      <vt:lpstr>Next steps</vt:lpstr>
      <vt:lpstr>Thank you</vt:lpstr>
      <vt:lpstr>Appendix</vt:lpstr>
      <vt:lpstr>Behavioral Preferences and Price Risk Management: A Systematic Literature Review</vt:lpstr>
      <vt:lpstr>Conceptual framework</vt:lpstr>
      <vt:lpstr>Conceptual framework</vt:lpstr>
      <vt:lpstr>Conceptual framework</vt:lpstr>
      <vt:lpstr>Conceptual framework</vt:lpstr>
      <vt:lpstr>Methods</vt:lpstr>
      <vt:lpstr>Methods</vt:lpstr>
      <vt:lpstr>Methods</vt:lpstr>
      <vt:lpstr>Results</vt:lpstr>
      <vt:lpstr>Results</vt:lpstr>
      <vt:lpstr>Results</vt:lpstr>
      <vt:lpstr>Behavioral preferences</vt:lpstr>
      <vt:lpstr>Psychological factors</vt:lpstr>
      <vt:lpstr>Psychological factors</vt:lpstr>
      <vt:lpstr>References</vt:lpstr>
      <vt:lpstr>References</vt:lpstr>
    </vt:vector>
  </TitlesOfParts>
  <Company>Wageningen University &amp;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Spada, Riccardo</dc:creator>
  <cp:lastModifiedBy>Spada, Riccardo</cp:lastModifiedBy>
  <cp:revision>7</cp:revision>
  <dcterms:created xsi:type="dcterms:W3CDTF">2011-09-29T08:30:03Z</dcterms:created>
  <dcterms:modified xsi:type="dcterms:W3CDTF">2025-07-04T08:03:27Z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_Template">
    <vt:lpwstr>WHUKW</vt:lpwstr>
  </property>
</Properties>
</file>