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4" r:id="rId5"/>
    <p:sldId id="344" r:id="rId6"/>
    <p:sldId id="386" r:id="rId7"/>
    <p:sldId id="345" r:id="rId8"/>
    <p:sldId id="353" r:id="rId9"/>
    <p:sldId id="439" r:id="rId10"/>
    <p:sldId id="385" r:id="rId11"/>
    <p:sldId id="349" r:id="rId12"/>
    <p:sldId id="440" r:id="rId13"/>
    <p:sldId id="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777777"/>
    <a:srgbClr val="002060"/>
    <a:srgbClr val="DBDCE5"/>
    <a:srgbClr val="D3DDFE"/>
    <a:srgbClr val="D4DDFE"/>
    <a:srgbClr val="D5DEFF"/>
    <a:srgbClr val="F6F7FF"/>
    <a:srgbClr val="F0F1FB"/>
    <a:srgbClr val="DFE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CC169-DF30-4EDF-969F-6A7622CD10E9}" v="58" dt="2025-09-19T09:54:30.687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>
        <p:guide orient="horz" pos="1416"/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da, Riccardo" userId="994b86d3-29b4-4300-9fb1-4380a0094f38" providerId="ADAL" clId="{06CCC169-DF30-4EDF-969F-6A7622CD10E9}"/>
    <pc:docChg chg="undo redo custSel addSld delSld modSld sldOrd">
      <pc:chgData name="Spada, Riccardo" userId="994b86d3-29b4-4300-9fb1-4380a0094f38" providerId="ADAL" clId="{06CCC169-DF30-4EDF-969F-6A7622CD10E9}" dt="2025-09-23T13:34:39.862" v="962" actId="20577"/>
      <pc:docMkLst>
        <pc:docMk/>
      </pc:docMkLst>
      <pc:sldChg chg="delSp modSp mod">
        <pc:chgData name="Spada, Riccardo" userId="994b86d3-29b4-4300-9fb1-4380a0094f38" providerId="ADAL" clId="{06CCC169-DF30-4EDF-969F-6A7622CD10E9}" dt="2025-09-23T13:34:39.862" v="962" actId="20577"/>
        <pc:sldMkLst>
          <pc:docMk/>
          <pc:sldMk cId="3421401082" sldId="314"/>
        </pc:sldMkLst>
        <pc:spChg chg="mod">
          <ac:chgData name="Spada, Riccardo" userId="994b86d3-29b4-4300-9fb1-4380a0094f38" providerId="ADAL" clId="{06CCC169-DF30-4EDF-969F-6A7622CD10E9}" dt="2025-09-23T13:34:39.862" v="962" actId="20577"/>
          <ac:spMkLst>
            <pc:docMk/>
            <pc:sldMk cId="3421401082" sldId="314"/>
            <ac:spMk id="2" creationId="{008315D2-7F57-AF2A-38D7-558098789073}"/>
          </ac:spMkLst>
        </pc:spChg>
        <pc:spChg chg="mod">
          <ac:chgData name="Spada, Riccardo" userId="994b86d3-29b4-4300-9fb1-4380a0094f38" providerId="ADAL" clId="{06CCC169-DF30-4EDF-969F-6A7622CD10E9}" dt="2025-09-18T13:39:16.897" v="109" actId="404"/>
          <ac:spMkLst>
            <pc:docMk/>
            <pc:sldMk cId="3421401082" sldId="314"/>
            <ac:spMk id="4" creationId="{896A0041-7DFC-21DE-B679-8C78AF683CEE}"/>
          </ac:spMkLst>
        </pc:spChg>
        <pc:spChg chg="mod">
          <ac:chgData name="Spada, Riccardo" userId="994b86d3-29b4-4300-9fb1-4380a0094f38" providerId="ADAL" clId="{06CCC169-DF30-4EDF-969F-6A7622CD10E9}" dt="2025-09-18T13:31:17.492" v="3" actId="113"/>
          <ac:spMkLst>
            <pc:docMk/>
            <pc:sldMk cId="3421401082" sldId="314"/>
            <ac:spMk id="5" creationId="{0F363EC4-DC12-F532-2444-7BAC41E7DBAB}"/>
          </ac:spMkLst>
        </pc:spChg>
        <pc:picChg chg="del mod">
          <ac:chgData name="Spada, Riccardo" userId="994b86d3-29b4-4300-9fb1-4380a0094f38" providerId="ADAL" clId="{06CCC169-DF30-4EDF-969F-6A7622CD10E9}" dt="2025-09-18T13:31:03.882" v="1" actId="478"/>
          <ac:picMkLst>
            <pc:docMk/>
            <pc:sldMk cId="3421401082" sldId="314"/>
            <ac:picMk id="7" creationId="{E57C34CB-6F91-1158-2F50-55AC8A4A2202}"/>
          </ac:picMkLst>
        </pc:picChg>
      </pc:sldChg>
      <pc:sldChg chg="modSp mod">
        <pc:chgData name="Spada, Riccardo" userId="994b86d3-29b4-4300-9fb1-4380a0094f38" providerId="ADAL" clId="{06CCC169-DF30-4EDF-969F-6A7622CD10E9}" dt="2025-09-23T12:27:33.916" v="944" actId="20577"/>
        <pc:sldMkLst>
          <pc:docMk/>
          <pc:sldMk cId="3665351336" sldId="344"/>
        </pc:sldMkLst>
        <pc:spChg chg="mod">
          <ac:chgData name="Spada, Riccardo" userId="994b86d3-29b4-4300-9fb1-4380a0094f38" providerId="ADAL" clId="{06CCC169-DF30-4EDF-969F-6A7622CD10E9}" dt="2025-09-23T12:27:33.916" v="944" actId="20577"/>
          <ac:spMkLst>
            <pc:docMk/>
            <pc:sldMk cId="3665351336" sldId="344"/>
            <ac:spMk id="7" creationId="{6817A33D-BCCC-4B72-A80E-AE382D7BAA6B}"/>
          </ac:spMkLst>
        </pc:spChg>
        <pc:graphicFrameChg chg="mod">
          <ac:chgData name="Spada, Riccardo" userId="994b86d3-29b4-4300-9fb1-4380a0094f38" providerId="ADAL" clId="{06CCC169-DF30-4EDF-969F-6A7622CD10E9}" dt="2025-09-19T08:38:18.761" v="370" actId="207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modSp mod">
        <pc:chgData name="Spada, Riccardo" userId="994b86d3-29b4-4300-9fb1-4380a0094f38" providerId="ADAL" clId="{06CCC169-DF30-4EDF-969F-6A7622CD10E9}" dt="2025-09-23T08:38:47.569" v="915" actId="11"/>
        <pc:sldMkLst>
          <pc:docMk/>
          <pc:sldMk cId="2202150605" sldId="345"/>
        </pc:sldMkLst>
        <pc:spChg chg="mod">
          <ac:chgData name="Spada, Riccardo" userId="994b86d3-29b4-4300-9fb1-4380a0094f38" providerId="ADAL" clId="{06CCC169-DF30-4EDF-969F-6A7622CD10E9}" dt="2025-09-23T08:38:47.569" v="915" actId="11"/>
          <ac:spMkLst>
            <pc:docMk/>
            <pc:sldMk cId="2202150605" sldId="345"/>
            <ac:spMk id="7" creationId="{6817A33D-BCCC-4B72-A80E-AE382D7BAA6B}"/>
          </ac:spMkLst>
        </pc:spChg>
      </pc:sldChg>
      <pc:sldChg chg="addSp delSp modSp mod ord">
        <pc:chgData name="Spada, Riccardo" userId="994b86d3-29b4-4300-9fb1-4380a0094f38" providerId="ADAL" clId="{06CCC169-DF30-4EDF-969F-6A7622CD10E9}" dt="2025-09-22T12:17:48.658" v="906"/>
        <pc:sldMkLst>
          <pc:docMk/>
          <pc:sldMk cId="1327197874" sldId="349"/>
        </pc:sldMkLst>
        <pc:spChg chg="mod">
          <ac:chgData name="Spada, Riccardo" userId="994b86d3-29b4-4300-9fb1-4380a0094f38" providerId="ADAL" clId="{06CCC169-DF30-4EDF-969F-6A7622CD10E9}" dt="2025-09-19T10:21:41.224" v="904" actId="20577"/>
          <ac:spMkLst>
            <pc:docMk/>
            <pc:sldMk cId="1327197874" sldId="349"/>
            <ac:spMk id="3" creationId="{2B36450F-A8E5-8B7F-1C54-79C081010270}"/>
          </ac:spMkLst>
        </pc:spChg>
        <pc:spChg chg="add del mod">
          <ac:chgData name="Spada, Riccardo" userId="994b86d3-29b4-4300-9fb1-4380a0094f38" providerId="ADAL" clId="{06CCC169-DF30-4EDF-969F-6A7622CD10E9}" dt="2025-09-19T09:54:30.687" v="509"/>
          <ac:spMkLst>
            <pc:docMk/>
            <pc:sldMk cId="1327197874" sldId="349"/>
            <ac:spMk id="4" creationId="{FE808E8C-2A2B-389E-E841-BB103B08E8B0}"/>
          </ac:spMkLst>
        </pc:spChg>
      </pc:sldChg>
      <pc:sldChg chg="modSp del mod">
        <pc:chgData name="Spada, Riccardo" userId="994b86d3-29b4-4300-9fb1-4380a0094f38" providerId="ADAL" clId="{06CCC169-DF30-4EDF-969F-6A7622CD10E9}" dt="2025-09-18T14:03:50.134" v="111" actId="47"/>
        <pc:sldMkLst>
          <pc:docMk/>
          <pc:sldMk cId="3203388340" sldId="350"/>
        </pc:sldMkLst>
        <pc:spChg chg="mod">
          <ac:chgData name="Spada, Riccardo" userId="994b86d3-29b4-4300-9fb1-4380a0094f38" providerId="ADAL" clId="{06CCC169-DF30-4EDF-969F-6A7622CD10E9}" dt="2025-09-18T13:38:27.021" v="105" actId="255"/>
          <ac:spMkLst>
            <pc:docMk/>
            <pc:sldMk cId="3203388340" sldId="350"/>
            <ac:spMk id="7" creationId="{6817A33D-BCCC-4B72-A80E-AE382D7BAA6B}"/>
          </ac:spMkLst>
        </pc:spChg>
      </pc:sldChg>
      <pc:sldChg chg="modSp del mod">
        <pc:chgData name="Spada, Riccardo" userId="994b86d3-29b4-4300-9fb1-4380a0094f38" providerId="ADAL" clId="{06CCC169-DF30-4EDF-969F-6A7622CD10E9}" dt="2025-09-18T14:03:51.188" v="112" actId="47"/>
        <pc:sldMkLst>
          <pc:docMk/>
          <pc:sldMk cId="2216517139" sldId="352"/>
        </pc:sldMkLst>
        <pc:spChg chg="mod">
          <ac:chgData name="Spada, Riccardo" userId="994b86d3-29b4-4300-9fb1-4380a0094f38" providerId="ADAL" clId="{06CCC169-DF30-4EDF-969F-6A7622CD10E9}" dt="2025-09-18T13:38:01.247" v="102" actId="255"/>
          <ac:spMkLst>
            <pc:docMk/>
            <pc:sldMk cId="2216517139" sldId="352"/>
            <ac:spMk id="9" creationId="{33E1DA49-A71F-0DBF-5D5E-3500B4687A2A}"/>
          </ac:spMkLst>
        </pc:spChg>
        <pc:spChg chg="mod">
          <ac:chgData name="Spada, Riccardo" userId="994b86d3-29b4-4300-9fb1-4380a0094f38" providerId="ADAL" clId="{06CCC169-DF30-4EDF-969F-6A7622CD10E9}" dt="2025-09-18T13:37:55.457" v="101" actId="255"/>
          <ac:spMkLst>
            <pc:docMk/>
            <pc:sldMk cId="2216517139" sldId="352"/>
            <ac:spMk id="11" creationId="{21E633D7-16D3-F7EF-2F5A-ACCC86901547}"/>
          </ac:spMkLst>
        </pc:spChg>
      </pc:sldChg>
      <pc:sldChg chg="addSp delSp modSp mod">
        <pc:chgData name="Spada, Riccardo" userId="994b86d3-29b4-4300-9fb1-4380a0094f38" providerId="ADAL" clId="{06CCC169-DF30-4EDF-969F-6A7622CD10E9}" dt="2025-09-23T08:29:06.112" v="912" actId="2710"/>
        <pc:sldMkLst>
          <pc:docMk/>
          <pc:sldMk cId="3594915197" sldId="353"/>
        </pc:sldMkLst>
        <pc:spChg chg="add mod">
          <ac:chgData name="Spada, Riccardo" userId="994b86d3-29b4-4300-9fb1-4380a0094f38" providerId="ADAL" clId="{06CCC169-DF30-4EDF-969F-6A7622CD10E9}" dt="2025-09-19T09:51:37.121" v="491" actId="1076"/>
          <ac:spMkLst>
            <pc:docMk/>
            <pc:sldMk cId="3594915197" sldId="353"/>
            <ac:spMk id="3" creationId="{60A4BEA9-A955-2053-7FEA-F165A4CC836A}"/>
          </ac:spMkLst>
        </pc:spChg>
        <pc:spChg chg="mod">
          <ac:chgData name="Spada, Riccardo" userId="994b86d3-29b4-4300-9fb1-4380a0094f38" providerId="ADAL" clId="{06CCC169-DF30-4EDF-969F-6A7622CD10E9}" dt="2025-09-23T08:29:06.112" v="912" actId="2710"/>
          <ac:spMkLst>
            <pc:docMk/>
            <pc:sldMk cId="3594915197" sldId="353"/>
            <ac:spMk id="7" creationId="{6817A33D-BCCC-4B72-A80E-AE382D7BAA6B}"/>
          </ac:spMkLst>
        </pc:spChg>
        <pc:graphicFrameChg chg="del mod">
          <ac:chgData name="Spada, Riccardo" userId="994b86d3-29b4-4300-9fb1-4380a0094f38" providerId="ADAL" clId="{06CCC169-DF30-4EDF-969F-6A7622CD10E9}" dt="2025-09-18T14:08:52.947" v="146" actId="478"/>
          <ac:graphicFrameMkLst>
            <pc:docMk/>
            <pc:sldMk cId="3594915197" sldId="353"/>
            <ac:graphicFrameMk id="2" creationId="{5C003948-B3F3-8523-337B-FB0393A144AD}"/>
          </ac:graphicFrameMkLst>
        </pc:graphicFrameChg>
        <pc:graphicFrameChg chg="add mod modGraphic">
          <ac:chgData name="Spada, Riccardo" userId="994b86d3-29b4-4300-9fb1-4380a0094f38" providerId="ADAL" clId="{06CCC169-DF30-4EDF-969F-6A7622CD10E9}" dt="2025-09-22T13:20:53.012" v="911" actId="14734"/>
          <ac:graphicFrameMkLst>
            <pc:docMk/>
            <pc:sldMk cId="3594915197" sldId="353"/>
            <ac:graphicFrameMk id="2" creationId="{B9DCF942-2CA1-AA72-802B-82C9D1CD1A87}"/>
          </ac:graphicFrameMkLst>
        </pc:graphicFrameChg>
      </pc:sldChg>
      <pc:sldChg chg="modSp mod">
        <pc:chgData name="Spada, Riccardo" userId="994b86d3-29b4-4300-9fb1-4380a0094f38" providerId="ADAL" clId="{06CCC169-DF30-4EDF-969F-6A7622CD10E9}" dt="2025-09-19T10:20:30.240" v="902" actId="20577"/>
        <pc:sldMkLst>
          <pc:docMk/>
          <pc:sldMk cId="215262216" sldId="438"/>
        </pc:sldMkLst>
        <pc:spChg chg="mod">
          <ac:chgData name="Spada, Riccardo" userId="994b86d3-29b4-4300-9fb1-4380a0094f38" providerId="ADAL" clId="{06CCC169-DF30-4EDF-969F-6A7622CD10E9}" dt="2025-09-19T10:20:30.240" v="902" actId="20577"/>
          <ac:spMkLst>
            <pc:docMk/>
            <pc:sldMk cId="215262216" sldId="438"/>
            <ac:spMk id="7" creationId="{FF9DFEF3-5F1F-909F-3782-B9872F5F400D}"/>
          </ac:spMkLst>
        </pc:spChg>
      </pc:sldChg>
      <pc:sldChg chg="addSp delSp modSp add mod">
        <pc:chgData name="Spada, Riccardo" userId="994b86d3-29b4-4300-9fb1-4380a0094f38" providerId="ADAL" clId="{06CCC169-DF30-4EDF-969F-6A7622CD10E9}" dt="2025-09-23T08:56:29.343" v="917" actId="1076"/>
        <pc:sldMkLst>
          <pc:docMk/>
          <pc:sldMk cId="103813010" sldId="439"/>
        </pc:sldMkLst>
        <pc:spChg chg="add del mod">
          <ac:chgData name="Spada, Riccardo" userId="994b86d3-29b4-4300-9fb1-4380a0094f38" providerId="ADAL" clId="{06CCC169-DF30-4EDF-969F-6A7622CD10E9}" dt="2025-09-18T14:08:22.340" v="140" actId="478"/>
          <ac:spMkLst>
            <pc:docMk/>
            <pc:sldMk cId="103813010" sldId="439"/>
            <ac:spMk id="4" creationId="{D88AA60A-43A7-E52D-2291-EAE5A0249728}"/>
          </ac:spMkLst>
        </pc:spChg>
        <pc:spChg chg="add mod">
          <ac:chgData name="Spada, Riccardo" userId="994b86d3-29b4-4300-9fb1-4380a0094f38" providerId="ADAL" clId="{06CCC169-DF30-4EDF-969F-6A7622CD10E9}" dt="2025-09-23T08:56:29.343" v="917" actId="1076"/>
          <ac:spMkLst>
            <pc:docMk/>
            <pc:sldMk cId="103813010" sldId="439"/>
            <ac:spMk id="5" creationId="{A88C21A5-6273-D0F8-0204-F1B5EDA46BCF}"/>
          </ac:spMkLst>
        </pc:spChg>
        <pc:spChg chg="del mod">
          <ac:chgData name="Spada, Riccardo" userId="994b86d3-29b4-4300-9fb1-4380a0094f38" providerId="ADAL" clId="{06CCC169-DF30-4EDF-969F-6A7622CD10E9}" dt="2025-09-18T14:08:11.756" v="138"/>
          <ac:spMkLst>
            <pc:docMk/>
            <pc:sldMk cId="103813010" sldId="439"/>
            <ac:spMk id="7" creationId="{6817A33D-BCCC-4B72-A80E-AE382D7BAA6B}"/>
          </ac:spMkLst>
        </pc:spChg>
        <pc:spChg chg="add del mod">
          <ac:chgData name="Spada, Riccardo" userId="994b86d3-29b4-4300-9fb1-4380a0094f38" providerId="ADAL" clId="{06CCC169-DF30-4EDF-969F-6A7622CD10E9}" dt="2025-09-18T14:09:18.923" v="151" actId="478"/>
          <ac:spMkLst>
            <pc:docMk/>
            <pc:sldMk cId="103813010" sldId="439"/>
            <ac:spMk id="8" creationId="{585C7E54-344B-B764-BB56-7B9C56CD6AF2}"/>
          </ac:spMkLst>
        </pc:spChg>
        <pc:spChg chg="add del mod">
          <ac:chgData name="Spada, Riccardo" userId="994b86d3-29b4-4300-9fb1-4380a0094f38" providerId="ADAL" clId="{06CCC169-DF30-4EDF-969F-6A7622CD10E9}" dt="2025-09-19T09:51:54.227" v="494" actId="478"/>
          <ac:spMkLst>
            <pc:docMk/>
            <pc:sldMk cId="103813010" sldId="439"/>
            <ac:spMk id="10" creationId="{D3F663CE-524F-59C0-9A73-E0BFF5A7FCB1}"/>
          </ac:spMkLst>
        </pc:spChg>
        <pc:spChg chg="add del mod">
          <ac:chgData name="Spada, Riccardo" userId="994b86d3-29b4-4300-9fb1-4380a0094f38" providerId="ADAL" clId="{06CCC169-DF30-4EDF-969F-6A7622CD10E9}" dt="2025-09-19T09:51:57.370" v="495" actId="478"/>
          <ac:spMkLst>
            <pc:docMk/>
            <pc:sldMk cId="103813010" sldId="439"/>
            <ac:spMk id="13" creationId="{8C514DB7-FC0D-DE90-78F8-B920172154F5}"/>
          </ac:spMkLst>
        </pc:spChg>
        <pc:graphicFrameChg chg="del">
          <ac:chgData name="Spada, Riccardo" userId="994b86d3-29b4-4300-9fb1-4380a0094f38" providerId="ADAL" clId="{06CCC169-DF30-4EDF-969F-6A7622CD10E9}" dt="2025-09-18T14:09:02.735" v="147" actId="21"/>
          <ac:graphicFrameMkLst>
            <pc:docMk/>
            <pc:sldMk cId="103813010" sldId="439"/>
            <ac:graphicFrameMk id="2" creationId="{5C003948-B3F3-8523-337B-FB0393A144AD}"/>
          </ac:graphicFrameMkLst>
        </pc:graphicFrameChg>
        <pc:graphicFrameChg chg="add del mod modGraphic">
          <ac:chgData name="Spada, Riccardo" userId="994b86d3-29b4-4300-9fb1-4380a0094f38" providerId="ADAL" clId="{06CCC169-DF30-4EDF-969F-6A7622CD10E9}" dt="2025-09-19T09:51:50.630" v="493" actId="478"/>
          <ac:graphicFrameMkLst>
            <pc:docMk/>
            <pc:sldMk cId="103813010" sldId="439"/>
            <ac:graphicFrameMk id="3" creationId="{63EF047E-8878-F533-E456-AE7CDAC484C1}"/>
          </ac:graphicFrameMkLst>
        </pc:graphicFrameChg>
        <pc:picChg chg="add del mod">
          <ac:chgData name="Spada, Riccardo" userId="994b86d3-29b4-4300-9fb1-4380a0094f38" providerId="ADAL" clId="{06CCC169-DF30-4EDF-969F-6A7622CD10E9}" dt="2025-09-19T09:24:23.125" v="441" actId="478"/>
          <ac:picMkLst>
            <pc:docMk/>
            <pc:sldMk cId="103813010" sldId="439"/>
            <ac:picMk id="4" creationId="{3C7B2B22-3AE6-C7D9-7179-44F80742187F}"/>
          </ac:picMkLst>
        </pc:picChg>
        <pc:picChg chg="add del mod">
          <ac:chgData name="Spada, Riccardo" userId="994b86d3-29b4-4300-9fb1-4380a0094f38" providerId="ADAL" clId="{06CCC169-DF30-4EDF-969F-6A7622CD10E9}" dt="2025-09-19T09:48:24.089" v="470" actId="478"/>
          <ac:picMkLst>
            <pc:docMk/>
            <pc:sldMk cId="103813010" sldId="439"/>
            <ac:picMk id="8" creationId="{F2A78666-CF53-6B29-3BBA-14F014E84593}"/>
          </ac:picMkLst>
        </pc:picChg>
        <pc:picChg chg="add mod">
          <ac:chgData name="Spada, Riccardo" userId="994b86d3-29b4-4300-9fb1-4380a0094f38" providerId="ADAL" clId="{06CCC169-DF30-4EDF-969F-6A7622CD10E9}" dt="2025-09-23T08:56:23.727" v="916" actId="1440"/>
          <ac:picMkLst>
            <pc:docMk/>
            <pc:sldMk cId="103813010" sldId="439"/>
            <ac:picMk id="11" creationId="{E419EC3F-214E-8539-94BA-32862F894693}"/>
          </ac:picMkLst>
        </pc:picChg>
      </pc:sldChg>
      <pc:sldChg chg="modSp add mod ord">
        <pc:chgData name="Spada, Riccardo" userId="994b86d3-29b4-4300-9fb1-4380a0094f38" providerId="ADAL" clId="{06CCC169-DF30-4EDF-969F-6A7622CD10E9}" dt="2025-09-22T12:17:50.579" v="908"/>
        <pc:sldMkLst>
          <pc:docMk/>
          <pc:sldMk cId="177192521" sldId="440"/>
        </pc:sldMkLst>
        <pc:spChg chg="mod">
          <ac:chgData name="Spada, Riccardo" userId="994b86d3-29b4-4300-9fb1-4380a0094f38" providerId="ADAL" clId="{06CCC169-DF30-4EDF-969F-6A7622CD10E9}" dt="2025-09-19T10:04:18.174" v="804" actId="404"/>
          <ac:spMkLst>
            <pc:docMk/>
            <pc:sldMk cId="177192521" sldId="440"/>
            <ac:spMk id="3" creationId="{2B36450F-A8E5-8B7F-1C54-79C081010270}"/>
          </ac:spMkLst>
        </pc:spChg>
      </pc:sldChg>
      <pc:sldChg chg="new del">
        <pc:chgData name="Spada, Riccardo" userId="994b86d3-29b4-4300-9fb1-4380a0094f38" providerId="ADAL" clId="{06CCC169-DF30-4EDF-969F-6A7622CD10E9}" dt="2025-09-18T14:12:49.938" v="178" actId="47"/>
        <pc:sldMkLst>
          <pc:docMk/>
          <pc:sldMk cId="2766078981" sldId="440"/>
        </pc:sldMkLst>
      </pc:sldChg>
    </pc:docChg>
  </pc:docChgLst>
  <pc:docChgLst>
    <pc:chgData name="Spada, Riccardo" userId="S::riccardo.spada@wur.nl::994b86d3-29b4-4300-9fb1-4380a0094f38" providerId="AD" clId="Web-{CD6F8BBC-ED90-E07B-A225-DEF748FD5897}"/>
    <pc:docChg chg="addSld delSld">
      <pc:chgData name="Spada, Riccardo" userId="S::riccardo.spada@wur.nl::994b86d3-29b4-4300-9fb1-4380a0094f38" providerId="AD" clId="Web-{CD6F8BBC-ED90-E07B-A225-DEF748FD5897}" dt="2025-04-09T08:37:33.946" v="7"/>
      <pc:docMkLst>
        <pc:docMk/>
      </pc:docMkLst>
      <pc:sldChg chg="add del">
        <pc:chgData name="Spada, Riccardo" userId="S::riccardo.spada@wur.nl::994b86d3-29b4-4300-9fb1-4380a0094f38" providerId="AD" clId="Web-{CD6F8BBC-ED90-E07B-A225-DEF748FD5897}" dt="2025-04-09T08:37:33.946" v="7"/>
        <pc:sldMkLst>
          <pc:docMk/>
          <pc:sldMk cId="3421401082" sldId="31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3.353" v="6"/>
        <pc:sldMkLst>
          <pc:docMk/>
          <pc:sldMk cId="4294866199" sldId="329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477" v="4"/>
        <pc:sldMkLst>
          <pc:docMk/>
          <pc:sldMk cId="1198221945" sldId="33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806" v="5"/>
        <pc:sldMkLst>
          <pc:docMk/>
          <pc:sldMk cId="3665351336" sldId="344"/>
        </pc:sldMkLst>
      </pc:sldChg>
    </pc:docChg>
  </pc:docChgLst>
  <pc:docChgLst>
    <pc:chgData name="Spada, Riccardo" userId="994b86d3-29b4-4300-9fb1-4380a0094f38" providerId="ADAL" clId="{23F37D3C-81E2-4E32-A2D9-B58E3080AC83}"/>
    <pc:docChg chg="undo redo custSel addSld delSld modSld sldOrd">
      <pc:chgData name="Spada, Riccardo" userId="994b86d3-29b4-4300-9fb1-4380a0094f38" providerId="ADAL" clId="{23F37D3C-81E2-4E32-A2D9-B58E3080AC83}" dt="2025-08-22T08:01:34.580" v="2287" actId="404"/>
      <pc:docMkLst>
        <pc:docMk/>
      </pc:docMkLst>
      <pc:sldChg chg="addSp modSp add del mod ord">
        <pc:chgData name="Spada, Riccardo" userId="994b86d3-29b4-4300-9fb1-4380a0094f38" providerId="ADAL" clId="{23F37D3C-81E2-4E32-A2D9-B58E3080AC83}" dt="2025-08-22T07:52:26.773" v="2181" actId="1076"/>
        <pc:sldMkLst>
          <pc:docMk/>
          <pc:sldMk cId="3421401082" sldId="314"/>
        </pc:sldMkLst>
        <pc:spChg chg="mod">
          <ac:chgData name="Spada, Riccardo" userId="994b86d3-29b4-4300-9fb1-4380a0094f38" providerId="ADAL" clId="{23F37D3C-81E2-4E32-A2D9-B58E3080AC83}" dt="2025-08-19T13:22:02.524" v="2116" actId="14100"/>
          <ac:spMkLst>
            <pc:docMk/>
            <pc:sldMk cId="3421401082" sldId="314"/>
            <ac:spMk id="2" creationId="{008315D2-7F57-AF2A-38D7-558098789073}"/>
          </ac:spMkLst>
        </pc:spChg>
        <pc:spChg chg="add mod">
          <ac:chgData name="Spada, Riccardo" userId="994b86d3-29b4-4300-9fb1-4380a0094f38" providerId="ADAL" clId="{23F37D3C-81E2-4E32-A2D9-B58E3080AC83}" dt="2025-08-19T13:46:15.857" v="2180" actId="20577"/>
          <ac:spMkLst>
            <pc:docMk/>
            <pc:sldMk cId="3421401082" sldId="314"/>
            <ac:spMk id="4" creationId="{896A0041-7DFC-21DE-B679-8C78AF683CEE}"/>
          </ac:spMkLst>
        </pc:spChg>
        <pc:spChg chg="add mod">
          <ac:chgData name="Spada, Riccardo" userId="994b86d3-29b4-4300-9fb1-4380a0094f38" providerId="ADAL" clId="{23F37D3C-81E2-4E32-A2D9-B58E3080AC83}" dt="2025-08-19T13:22:43.116" v="2121" actId="1076"/>
          <ac:spMkLst>
            <pc:docMk/>
            <pc:sldMk cId="3421401082" sldId="314"/>
            <ac:spMk id="5" creationId="{0F363EC4-DC12-F532-2444-7BAC41E7DBAB}"/>
          </ac:spMkLst>
        </pc:spChg>
        <pc:picChg chg="add mod">
          <ac:chgData name="Spada, Riccardo" userId="994b86d3-29b4-4300-9fb1-4380a0094f38" providerId="ADAL" clId="{23F37D3C-81E2-4E32-A2D9-B58E3080AC83}" dt="2025-08-19T13:22:40.512" v="2120" actId="1076"/>
          <ac:picMkLst>
            <pc:docMk/>
            <pc:sldMk cId="3421401082" sldId="314"/>
            <ac:picMk id="3" creationId="{41D5437C-F6CA-9E38-7B71-8E567594A4D5}"/>
          </ac:picMkLst>
        </pc:picChg>
        <pc:picChg chg="add mod">
          <ac:chgData name="Spada, Riccardo" userId="994b86d3-29b4-4300-9fb1-4380a0094f38" providerId="ADAL" clId="{23F37D3C-81E2-4E32-A2D9-B58E3080AC83}" dt="2025-08-22T07:52:26.773" v="2181" actId="1076"/>
          <ac:picMkLst>
            <pc:docMk/>
            <pc:sldMk cId="3421401082" sldId="314"/>
            <ac:picMk id="7" creationId="{E57C34CB-6F91-1158-2F50-55AC8A4A2202}"/>
          </ac:picMkLst>
        </pc:picChg>
      </pc:sldChg>
      <pc:sldChg chg="del">
        <pc:chgData name="Spada, Riccardo" userId="994b86d3-29b4-4300-9fb1-4380a0094f38" providerId="ADAL" clId="{23F37D3C-81E2-4E32-A2D9-B58E3080AC83}" dt="2025-08-14T09:26:42.135" v="439" actId="47"/>
        <pc:sldMkLst>
          <pc:docMk/>
          <pc:sldMk cId="3591555541" sldId="322"/>
        </pc:sldMkLst>
      </pc:sldChg>
      <pc:sldChg chg="del">
        <pc:chgData name="Spada, Riccardo" userId="994b86d3-29b4-4300-9fb1-4380a0094f38" providerId="ADAL" clId="{23F37D3C-81E2-4E32-A2D9-B58E3080AC83}" dt="2025-08-14T09:26:46.836" v="442" actId="47"/>
        <pc:sldMkLst>
          <pc:docMk/>
          <pc:sldMk cId="4183421641" sldId="323"/>
        </pc:sldMkLst>
      </pc:sldChg>
      <pc:sldChg chg="del">
        <pc:chgData name="Spada, Riccardo" userId="994b86d3-29b4-4300-9fb1-4380a0094f38" providerId="ADAL" clId="{23F37D3C-81E2-4E32-A2D9-B58E3080AC83}" dt="2025-08-14T09:26:49.044" v="443" actId="47"/>
        <pc:sldMkLst>
          <pc:docMk/>
          <pc:sldMk cId="606303624" sldId="325"/>
        </pc:sldMkLst>
      </pc:sldChg>
      <pc:sldChg chg="del">
        <pc:chgData name="Spada, Riccardo" userId="994b86d3-29b4-4300-9fb1-4380a0094f38" providerId="ADAL" clId="{23F37D3C-81E2-4E32-A2D9-B58E3080AC83}" dt="2025-08-14T09:26:45.579" v="441" actId="47"/>
        <pc:sldMkLst>
          <pc:docMk/>
          <pc:sldMk cId="4269896657" sldId="328"/>
        </pc:sldMkLst>
      </pc:sldChg>
      <pc:sldChg chg="del">
        <pc:chgData name="Spada, Riccardo" userId="994b86d3-29b4-4300-9fb1-4380a0094f38" providerId="ADAL" clId="{23F37D3C-81E2-4E32-A2D9-B58E3080AC83}" dt="2025-08-14T09:27:43.521" v="498" actId="47"/>
        <pc:sldMkLst>
          <pc:docMk/>
          <pc:sldMk cId="4294866199" sldId="329"/>
        </pc:sldMkLst>
      </pc:sldChg>
      <pc:sldChg chg="addSp delSp modSp add del mod modAnim">
        <pc:chgData name="Spada, Riccardo" userId="994b86d3-29b4-4300-9fb1-4380a0094f38" providerId="ADAL" clId="{23F37D3C-81E2-4E32-A2D9-B58E3080AC83}" dt="2025-08-19T12:09:37.476" v="1808" actId="47"/>
        <pc:sldMkLst>
          <pc:docMk/>
          <pc:sldMk cId="3784505952" sldId="331"/>
        </pc:sldMkLst>
        <pc:spChg chg="mod">
          <ac:chgData name="Spada, Riccardo" userId="994b86d3-29b4-4300-9fb1-4380a0094f38" providerId="ADAL" clId="{23F37D3C-81E2-4E32-A2D9-B58E3080AC83}" dt="2025-08-19T12:07:58.557" v="1782" actId="1076"/>
          <ac:spMkLst>
            <pc:docMk/>
            <pc:sldMk cId="3784505952" sldId="331"/>
            <ac:spMk id="3" creationId="{8CFA4869-4108-EB15-4EB0-B65C291C5D97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5" creationId="{2FE5FEE0-B979-621B-06CA-6EFECF457FF6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6" creationId="{BFE3ED1A-B62C-D472-2369-2423A55EA56F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7" creationId="{C6C44F59-95B8-AE5B-793D-4239803F15EE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9" creationId="{2D273ED0-2555-3A7C-226E-EC153C543404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0" creationId="{8094F15B-7745-5788-4AE8-30D43007B555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3" creationId="{075FD166-D00E-BE90-14AD-BB0A7B547398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4" creationId="{EF59E09D-C690-C367-96EA-B8B9BB4E6EE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7" creationId="{EF87DF0D-38BE-1F44-776F-9532F57F9B5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8" creationId="{14617D17-DD6F-11A0-BBBE-59352B2982CE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9" creationId="{27AB84AD-ECE9-C32A-E8B7-F0AB43EE8CA2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1" creationId="{8651985D-05CA-C97C-9D94-C5A3BB7B3B0A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2" creationId="{135567CE-8C26-182C-C0C2-72A8C3360FF7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4" creationId="{609E7428-1FC2-C51E-6104-E4EA07DAF569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5" creationId="{884DF602-458C-581B-0445-6558DD9A7B26}"/>
          </ac:spMkLst>
        </pc:sp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2" creationId="{4F79703D-27FB-FEB1-1935-8C0D72C4C8E1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4" creationId="{31F37290-7350-D43D-9963-4F68F2E3D233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8" creationId="{268081C5-8A48-27D4-A858-889F5B05A136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12" creationId="{204159DB-BAB8-03DB-8CAC-D3C200DFD5AF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5" creationId="{8201D374-CF44-55FC-2EB5-C3E0F11503AD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6" creationId="{20AB5D3C-EEAF-DD8B-E0FE-7BEA0C95AC48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0" creationId="{266CFD1D-0498-59E8-7C30-EBC5A7B99AEB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3" creationId="{E00F06D1-D1EB-AA42-6287-A19990354503}"/>
          </ac:picMkLst>
        </pc:picChg>
        <pc:picChg chg="add mod">
          <ac:chgData name="Spada, Riccardo" userId="994b86d3-29b4-4300-9fb1-4380a0094f38" providerId="ADAL" clId="{23F37D3C-81E2-4E32-A2D9-B58E3080AC83}" dt="2025-08-19T12:08:28.357" v="1792" actId="1076"/>
          <ac:picMkLst>
            <pc:docMk/>
            <pc:sldMk cId="3784505952" sldId="331"/>
            <ac:picMk id="26" creationId="{C4572564-F114-F3F7-A197-6987C0B1E540}"/>
          </ac:picMkLst>
        </pc:picChg>
      </pc:sldChg>
      <pc:sldChg chg="del">
        <pc:chgData name="Spada, Riccardo" userId="994b86d3-29b4-4300-9fb1-4380a0094f38" providerId="ADAL" clId="{23F37D3C-81E2-4E32-A2D9-B58E3080AC83}" dt="2025-08-11T14:10:10.561" v="124" actId="2696"/>
        <pc:sldMkLst>
          <pc:docMk/>
          <pc:sldMk cId="1198221945" sldId="334"/>
        </pc:sldMkLst>
      </pc:sldChg>
      <pc:sldChg chg="del">
        <pc:chgData name="Spada, Riccardo" userId="994b86d3-29b4-4300-9fb1-4380a0094f38" providerId="ADAL" clId="{23F37D3C-81E2-4E32-A2D9-B58E3080AC83}" dt="2025-08-14T09:26:43.850" v="440" actId="47"/>
        <pc:sldMkLst>
          <pc:docMk/>
          <pc:sldMk cId="4130254997" sldId="338"/>
        </pc:sldMkLst>
      </pc:sldChg>
      <pc:sldChg chg="del">
        <pc:chgData name="Spada, Riccardo" userId="994b86d3-29b4-4300-9fb1-4380a0094f38" providerId="ADAL" clId="{23F37D3C-81E2-4E32-A2D9-B58E3080AC83}" dt="2025-08-11T14:10:24.953" v="125" actId="2696"/>
        <pc:sldMkLst>
          <pc:docMk/>
          <pc:sldMk cId="465836057" sldId="339"/>
        </pc:sldMkLst>
      </pc:sldChg>
      <pc:sldChg chg="del">
        <pc:chgData name="Spada, Riccardo" userId="994b86d3-29b4-4300-9fb1-4380a0094f38" providerId="ADAL" clId="{23F37D3C-81E2-4E32-A2D9-B58E3080AC83}" dt="2025-08-11T14:10:30.685" v="126" actId="2696"/>
        <pc:sldMkLst>
          <pc:docMk/>
          <pc:sldMk cId="866310751" sldId="341"/>
        </pc:sldMkLst>
      </pc:sldChg>
      <pc:sldChg chg="del">
        <pc:chgData name="Spada, Riccardo" userId="994b86d3-29b4-4300-9fb1-4380a0094f38" providerId="ADAL" clId="{23F37D3C-81E2-4E32-A2D9-B58E3080AC83}" dt="2025-08-14T09:26:50.712" v="444" actId="47"/>
        <pc:sldMkLst>
          <pc:docMk/>
          <pc:sldMk cId="2440634760" sldId="342"/>
        </pc:sldMkLst>
      </pc:sldChg>
      <pc:sldChg chg="modSp del mod ord">
        <pc:chgData name="Spada, Riccardo" userId="994b86d3-29b4-4300-9fb1-4380a0094f38" providerId="ADAL" clId="{23F37D3C-81E2-4E32-A2D9-B58E3080AC83}" dt="2025-08-15T09:06:33.435" v="622" actId="47"/>
        <pc:sldMkLst>
          <pc:docMk/>
          <pc:sldMk cId="4167072988" sldId="343"/>
        </pc:sldMkLst>
        <pc:spChg chg="mod">
          <ac:chgData name="Spada, Riccardo" userId="994b86d3-29b4-4300-9fb1-4380a0094f38" providerId="ADAL" clId="{23F37D3C-81E2-4E32-A2D9-B58E3080AC83}" dt="2025-08-11T14:05:37.121" v="69" actId="14100"/>
          <ac:spMkLst>
            <pc:docMk/>
            <pc:sldMk cId="4167072988" sldId="343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4T07:28:44.053" v="433" actId="11"/>
          <ac:spMkLst>
            <pc:docMk/>
            <pc:sldMk cId="4167072988" sldId="343"/>
            <ac:spMk id="3" creationId="{2B36450F-A8E5-8B7F-1C54-79C081010270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23:25.493" v="1858" actId="47"/>
        <pc:sldMkLst>
          <pc:docMk/>
          <pc:sldMk cId="3665351336" sldId="344"/>
        </pc:sldMkLst>
        <pc:spChg chg="add del">
          <ac:chgData name="Spada, Riccardo" userId="994b86d3-29b4-4300-9fb1-4380a0094f38" providerId="ADAL" clId="{23F37D3C-81E2-4E32-A2D9-B58E3080AC83}" dt="2025-08-14T07:21:52.417" v="361" actId="22"/>
          <ac:spMkLst>
            <pc:docMk/>
            <pc:sldMk cId="3665351336" sldId="344"/>
            <ac:spMk id="4" creationId="{70BE7092-F4D0-EA54-C40A-40D9336BA63A}"/>
          </ac:spMkLst>
        </pc:spChg>
        <pc:spChg chg="mod">
          <ac:chgData name="Spada, Riccardo" userId="994b86d3-29b4-4300-9fb1-4380a0094f38" providerId="ADAL" clId="{23F37D3C-81E2-4E32-A2D9-B58E3080AC83}" dt="2025-08-11T14:03:28.228" v="34" actId="20577"/>
          <ac:spMkLst>
            <pc:docMk/>
            <pc:sldMk cId="3665351336" sldId="344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08:33:37.812" v="1710" actId="113"/>
          <ac:spMkLst>
            <pc:docMk/>
            <pc:sldMk cId="3665351336" sldId="344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9T08:29:45.539" v="1709" actId="20577"/>
          <ac:spMkLst>
            <pc:docMk/>
            <pc:sldMk cId="3665351336" sldId="344"/>
            <ac:spMk id="9" creationId="{B1F825A2-B3DB-FCE3-D630-802FEF66EA21}"/>
          </ac:spMkLst>
        </pc:spChg>
        <pc:graphicFrameChg chg="add mod">
          <ac:chgData name="Spada, Riccardo" userId="994b86d3-29b4-4300-9fb1-4380a0094f38" providerId="ADAL" clId="{23F37D3C-81E2-4E32-A2D9-B58E3080AC83}" dt="2025-08-18T08:29:19.743" v="688" actId="14100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addSp delSp modSp add del mod">
        <pc:chgData name="Spada, Riccardo" userId="994b86d3-29b4-4300-9fb1-4380a0094f38" providerId="ADAL" clId="{23F37D3C-81E2-4E32-A2D9-B58E3080AC83}" dt="2025-08-19T12:37:54.484" v="1996" actId="20577"/>
        <pc:sldMkLst>
          <pc:docMk/>
          <pc:sldMk cId="2202150605" sldId="345"/>
        </pc:sldMkLst>
        <pc:spChg chg="add del">
          <ac:chgData name="Spada, Riccardo" userId="994b86d3-29b4-4300-9fb1-4380a0094f38" providerId="ADAL" clId="{23F37D3C-81E2-4E32-A2D9-B58E3080AC83}" dt="2025-08-19T12:33:29.167" v="1908" actId="22"/>
          <ac:spMkLst>
            <pc:docMk/>
            <pc:sldMk cId="2202150605" sldId="345"/>
            <ac:spMk id="3" creationId="{3C83D70D-2ED8-BDB1-7D68-814BC6A96345}"/>
          </ac:spMkLst>
        </pc:spChg>
        <pc:spChg chg="add del mod">
          <ac:chgData name="Spada, Riccardo" userId="994b86d3-29b4-4300-9fb1-4380a0094f38" providerId="ADAL" clId="{23F37D3C-81E2-4E32-A2D9-B58E3080AC83}" dt="2025-08-19T12:36:18.198" v="1961"/>
          <ac:spMkLst>
            <pc:docMk/>
            <pc:sldMk cId="2202150605" sldId="345"/>
            <ac:spMk id="5" creationId="{FA7D1790-7445-FC6B-B9BE-2C88286B1D7E}"/>
          </ac:spMkLst>
        </pc:spChg>
        <pc:spChg chg="mod">
          <ac:chgData name="Spada, Riccardo" userId="994b86d3-29b4-4300-9fb1-4380a0094f38" providerId="ADAL" clId="{23F37D3C-81E2-4E32-A2D9-B58E3080AC83}" dt="2025-08-14T09:28:34.556" v="515" actId="20577"/>
          <ac:spMkLst>
            <pc:docMk/>
            <pc:sldMk cId="2202150605" sldId="345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7:54.484" v="1996" actId="20577"/>
          <ac:spMkLst>
            <pc:docMk/>
            <pc:sldMk cId="2202150605" sldId="345"/>
            <ac:spMk id="7" creationId="{6817A33D-BCCC-4B72-A80E-AE382D7BAA6B}"/>
          </ac:spMkLst>
        </pc:spChg>
        <pc:picChg chg="add del mod">
          <ac:chgData name="Spada, Riccardo" userId="994b86d3-29b4-4300-9fb1-4380a0094f38" providerId="ADAL" clId="{23F37D3C-81E2-4E32-A2D9-B58E3080AC83}" dt="2025-08-13T13:43:15.240" v="136" actId="478"/>
          <ac:picMkLst>
            <pc:docMk/>
            <pc:sldMk cId="2202150605" sldId="345"/>
            <ac:picMk id="2" creationId="{86FC8334-5B05-3A3E-E5D9-DC06FE6E3963}"/>
          </ac:picMkLst>
        </pc:picChg>
        <pc:picChg chg="add del mod">
          <ac:chgData name="Spada, Riccardo" userId="994b86d3-29b4-4300-9fb1-4380a0094f38" providerId="ADAL" clId="{23F37D3C-81E2-4E32-A2D9-B58E3080AC83}" dt="2025-08-13T13:42:09.061" v="131" actId="478"/>
          <ac:picMkLst>
            <pc:docMk/>
            <pc:sldMk cId="2202150605" sldId="345"/>
            <ac:picMk id="4" creationId="{B688819A-0D05-EB6A-E9BB-2DA60AD802D2}"/>
          </ac:picMkLst>
        </pc:picChg>
        <pc:picChg chg="add del mod">
          <ac:chgData name="Spada, Riccardo" userId="994b86d3-29b4-4300-9fb1-4380a0094f38" providerId="ADAL" clId="{23F37D3C-81E2-4E32-A2D9-B58E3080AC83}" dt="2025-08-13T13:42:47.221" v="135" actId="478"/>
          <ac:picMkLst>
            <pc:docMk/>
            <pc:sldMk cId="2202150605" sldId="345"/>
            <ac:picMk id="9" creationId="{0663CC57-E348-8872-FF52-EF044EDDD738}"/>
          </ac:picMkLst>
        </pc:picChg>
        <pc:picChg chg="add mod">
          <ac:chgData name="Spada, Riccardo" userId="994b86d3-29b4-4300-9fb1-4380a0094f38" providerId="ADAL" clId="{23F37D3C-81E2-4E32-A2D9-B58E3080AC83}" dt="2025-08-19T08:09:37.037" v="1700" actId="1076"/>
          <ac:picMkLst>
            <pc:docMk/>
            <pc:sldMk cId="2202150605" sldId="345"/>
            <ac:picMk id="11" creationId="{0EB65429-0C01-8D26-7EFE-1546B76E5E62}"/>
          </ac:picMkLst>
        </pc:picChg>
      </pc:sldChg>
      <pc:sldChg chg="modSp add del mod ord">
        <pc:chgData name="Spada, Riccardo" userId="994b86d3-29b4-4300-9fb1-4380a0094f38" providerId="ADAL" clId="{23F37D3C-81E2-4E32-A2D9-B58E3080AC83}" dt="2025-08-14T09:28:22.633" v="501" actId="47"/>
        <pc:sldMkLst>
          <pc:docMk/>
          <pc:sldMk cId="2519647560" sldId="346"/>
        </pc:sldMkLst>
        <pc:spChg chg="mod">
          <ac:chgData name="Spada, Riccardo" userId="994b86d3-29b4-4300-9fb1-4380a0094f38" providerId="ADAL" clId="{23F37D3C-81E2-4E32-A2D9-B58E3080AC83}" dt="2025-08-11T14:07:00.252" v="83"/>
          <ac:spMkLst>
            <pc:docMk/>
            <pc:sldMk cId="2519647560" sldId="346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7:37" v="96"/>
          <ac:spMkLst>
            <pc:docMk/>
            <pc:sldMk cId="2519647560" sldId="346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8:39.815" v="516" actId="47"/>
        <pc:sldMkLst>
          <pc:docMk/>
          <pc:sldMk cId="735067702" sldId="347"/>
        </pc:sldMkLst>
        <pc:spChg chg="mod">
          <ac:chgData name="Spada, Riccardo" userId="994b86d3-29b4-4300-9fb1-4380a0094f38" providerId="ADAL" clId="{23F37D3C-81E2-4E32-A2D9-B58E3080AC83}" dt="2025-08-11T14:08:11.665" v="104" actId="6549"/>
          <ac:spMkLst>
            <pc:docMk/>
            <pc:sldMk cId="735067702" sldId="347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8:19.464" v="105" actId="20577"/>
          <ac:spMkLst>
            <pc:docMk/>
            <pc:sldMk cId="735067702" sldId="347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9:20.359" v="543" actId="47"/>
        <pc:sldMkLst>
          <pc:docMk/>
          <pc:sldMk cId="3753516726" sldId="348"/>
        </pc:sldMkLst>
        <pc:spChg chg="mod">
          <ac:chgData name="Spada, Riccardo" userId="994b86d3-29b4-4300-9fb1-4380a0094f38" providerId="ADAL" clId="{23F37D3C-81E2-4E32-A2D9-B58E3080AC83}" dt="2025-08-11T14:08:38.222" v="109"/>
          <ac:spMkLst>
            <pc:docMk/>
            <pc:sldMk cId="3753516726" sldId="348"/>
            <ac:spMk id="2" creationId="{CFD6FA43-637B-EF8D-3849-CFD9352B9105}"/>
          </ac:spMkLst>
        </pc:spChg>
      </pc:sldChg>
      <pc:sldChg chg="modSp add del mod">
        <pc:chgData name="Spada, Riccardo" userId="994b86d3-29b4-4300-9fb1-4380a0094f38" providerId="ADAL" clId="{23F37D3C-81E2-4E32-A2D9-B58E3080AC83}" dt="2025-08-22T07:57:46.051" v="2267" actId="14100"/>
        <pc:sldMkLst>
          <pc:docMk/>
          <pc:sldMk cId="1327197874" sldId="349"/>
        </pc:sldMkLst>
        <pc:spChg chg="mod">
          <ac:chgData name="Spada, Riccardo" userId="994b86d3-29b4-4300-9fb1-4380a0094f38" providerId="ADAL" clId="{23F37D3C-81E2-4E32-A2D9-B58E3080AC83}" dt="2025-08-14T09:29:47.252" v="588" actId="6549"/>
          <ac:spMkLst>
            <pc:docMk/>
            <pc:sldMk cId="1327197874" sldId="349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22T07:57:46.051" v="2267" actId="14100"/>
          <ac:spMkLst>
            <pc:docMk/>
            <pc:sldMk cId="1327197874" sldId="349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9T12:32:20.050" v="1906" actId="20577"/>
        <pc:sldMkLst>
          <pc:docMk/>
          <pc:sldMk cId="3203388340" sldId="350"/>
        </pc:sldMkLst>
        <pc:spChg chg="mod">
          <ac:chgData name="Spada, Riccardo" userId="994b86d3-29b4-4300-9fb1-4380a0094f38" providerId="ADAL" clId="{23F37D3C-81E2-4E32-A2D9-B58E3080AC83}" dt="2025-08-19T08:01:04.956" v="1664" actId="20577"/>
          <ac:spMkLst>
            <pc:docMk/>
            <pc:sldMk cId="3203388340" sldId="350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2:20.050" v="1906" actId="20577"/>
          <ac:spMkLst>
            <pc:docMk/>
            <pc:sldMk cId="3203388340" sldId="350"/>
            <ac:spMk id="7" creationId="{6817A33D-BCCC-4B72-A80E-AE382D7BAA6B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11:22.393" v="1819" actId="47"/>
        <pc:sldMkLst>
          <pc:docMk/>
          <pc:sldMk cId="286370193" sldId="351"/>
        </pc:sldMkLst>
        <pc:spChg chg="add mod">
          <ac:chgData name="Spada, Riccardo" userId="994b86d3-29b4-4300-9fb1-4380a0094f38" providerId="ADAL" clId="{23F37D3C-81E2-4E32-A2D9-B58E3080AC83}" dt="2025-08-19T08:00:45.730" v="1645" actId="113"/>
          <ac:spMkLst>
            <pc:docMk/>
            <pc:sldMk cId="286370193" sldId="351"/>
            <ac:spMk id="3" creationId="{044A4F9B-A4B1-D770-04D6-9A9DB17E816F}"/>
          </ac:spMkLst>
        </pc:spChg>
        <pc:spChg chg="add del">
          <ac:chgData name="Spada, Riccardo" userId="994b86d3-29b4-4300-9fb1-4380a0094f38" providerId="ADAL" clId="{23F37D3C-81E2-4E32-A2D9-B58E3080AC83}" dt="2025-08-15T09:05:55.559" v="616" actId="22"/>
          <ac:spMkLst>
            <pc:docMk/>
            <pc:sldMk cId="286370193" sldId="351"/>
            <ac:spMk id="3" creationId="{5247435D-64E8-0434-25A3-1D872C6C8EF9}"/>
          </ac:spMkLst>
        </pc:spChg>
        <pc:spChg chg="add del mod">
          <ac:chgData name="Spada, Riccardo" userId="994b86d3-29b4-4300-9fb1-4380a0094f38" providerId="ADAL" clId="{23F37D3C-81E2-4E32-A2D9-B58E3080AC83}" dt="2025-08-18T08:32:31.119" v="729" actId="478"/>
          <ac:spMkLst>
            <pc:docMk/>
            <pc:sldMk cId="286370193" sldId="351"/>
            <ac:spMk id="5" creationId="{F01AE24F-5355-9A5E-C104-2A5950733A31}"/>
          </ac:spMkLst>
        </pc:spChg>
        <pc:spChg chg="mod">
          <ac:chgData name="Spada, Riccardo" userId="994b86d3-29b4-4300-9fb1-4380a0094f38" providerId="ADAL" clId="{23F37D3C-81E2-4E32-A2D9-B58E3080AC83}" dt="2025-08-18T08:32:05.025" v="721" actId="20577"/>
          <ac:spMkLst>
            <pc:docMk/>
            <pc:sldMk cId="286370193" sldId="351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08:31:58.891" v="711" actId="478"/>
          <ac:spMkLst>
            <pc:docMk/>
            <pc:sldMk cId="286370193" sldId="351"/>
            <ac:spMk id="7" creationId="{6817A33D-BCCC-4B72-A80E-AE382D7BAA6B}"/>
          </ac:spMkLst>
        </pc:spChg>
        <pc:spChg chg="add del mod">
          <ac:chgData name="Spada, Riccardo" userId="994b86d3-29b4-4300-9fb1-4380a0094f38" providerId="ADAL" clId="{23F37D3C-81E2-4E32-A2D9-B58E3080AC83}" dt="2025-08-18T08:32:32.493" v="730" actId="478"/>
          <ac:spMkLst>
            <pc:docMk/>
            <pc:sldMk cId="286370193" sldId="351"/>
            <ac:spMk id="9" creationId="{130B47B3-A644-034D-A698-66A40E230D53}"/>
          </ac:spMkLst>
        </pc:spChg>
        <pc:spChg chg="del">
          <ac:chgData name="Spada, Riccardo" userId="994b86d3-29b4-4300-9fb1-4380a0094f38" providerId="ADAL" clId="{23F37D3C-81E2-4E32-A2D9-B58E3080AC83}" dt="2025-08-14T07:24:40.388" v="387" actId="478"/>
          <ac:spMkLst>
            <pc:docMk/>
            <pc:sldMk cId="286370193" sldId="351"/>
            <ac:spMk id="9" creationId="{B1F825A2-B3DB-FCE3-D630-802FEF66EA21}"/>
          </ac:spMkLst>
        </pc:spChg>
        <pc:graphicFrameChg chg="del">
          <ac:chgData name="Spada, Riccardo" userId="994b86d3-29b4-4300-9fb1-4380a0094f38" providerId="ADAL" clId="{23F37D3C-81E2-4E32-A2D9-B58E3080AC83}" dt="2025-08-14T07:24:37.295" v="386" actId="478"/>
          <ac:graphicFrameMkLst>
            <pc:docMk/>
            <pc:sldMk cId="286370193" sldId="351"/>
            <ac:graphicFrameMk id="2" creationId="{82584733-7A7E-E8C0-5B0E-69BB59B65F8A}"/>
          </ac:graphicFrameMkLst>
        </pc:graphicFrameChg>
      </pc:sldChg>
      <pc:sldChg chg="addSp delSp modSp add del mod ord">
        <pc:chgData name="Spada, Riccardo" userId="994b86d3-29b4-4300-9fb1-4380a0094f38" providerId="ADAL" clId="{23F37D3C-81E2-4E32-A2D9-B58E3080AC83}" dt="2025-08-19T12:23:25.493" v="1858" actId="47"/>
        <pc:sldMkLst>
          <pc:docMk/>
          <pc:sldMk cId="2216517139" sldId="352"/>
        </pc:sldMkLst>
        <pc:spChg chg="add del">
          <ac:chgData name="Spada, Riccardo" userId="994b86d3-29b4-4300-9fb1-4380a0094f38" providerId="ADAL" clId="{23F37D3C-81E2-4E32-A2D9-B58E3080AC83}" dt="2025-08-18T13:02:35.642" v="887" actId="22"/>
          <ac:spMkLst>
            <pc:docMk/>
            <pc:sldMk cId="2216517139" sldId="352"/>
            <ac:spMk id="4" creationId="{0FC8CEF0-3AF7-269A-B6F2-55FCE82F2810}"/>
          </ac:spMkLst>
        </pc:spChg>
        <pc:spChg chg="add del mod">
          <ac:chgData name="Spada, Riccardo" userId="994b86d3-29b4-4300-9fb1-4380a0094f38" providerId="ADAL" clId="{23F37D3C-81E2-4E32-A2D9-B58E3080AC83}" dt="2025-08-19T12:18:43.970" v="1823" actId="478"/>
          <ac:spMkLst>
            <pc:docMk/>
            <pc:sldMk cId="2216517139" sldId="352"/>
            <ac:spMk id="4" creationId="{9CFC3AE0-94A8-CFED-B52D-3802C951666C}"/>
          </ac:spMkLst>
        </pc:spChg>
        <pc:spChg chg="mod">
          <ac:chgData name="Spada, Riccardo" userId="994b86d3-29b4-4300-9fb1-4380a0094f38" providerId="ADAL" clId="{23F37D3C-81E2-4E32-A2D9-B58E3080AC83}" dt="2025-08-14T09:29:07.555" v="541" actId="20577"/>
          <ac:spMkLst>
            <pc:docMk/>
            <pc:sldMk cId="2216517139" sldId="352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10:00:27.860" v="824"/>
          <ac:spMkLst>
            <pc:docMk/>
            <pc:sldMk cId="2216517139" sldId="352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8T13:09:40.588" v="1056" actId="14100"/>
          <ac:spMkLst>
            <pc:docMk/>
            <pc:sldMk cId="2216517139" sldId="352"/>
            <ac:spMk id="9" creationId="{33E1DA49-A71F-0DBF-5D5E-3500B4687A2A}"/>
          </ac:spMkLst>
        </pc:spChg>
        <pc:spChg chg="add mod">
          <ac:chgData name="Spada, Riccardo" userId="994b86d3-29b4-4300-9fb1-4380a0094f38" providerId="ADAL" clId="{23F37D3C-81E2-4E32-A2D9-B58E3080AC83}" dt="2025-08-18T13:10:37.839" v="1071" actId="14100"/>
          <ac:spMkLst>
            <pc:docMk/>
            <pc:sldMk cId="2216517139" sldId="352"/>
            <ac:spMk id="11" creationId="{21E633D7-16D3-F7EF-2F5A-ACCC86901547}"/>
          </ac:spMkLst>
        </pc:spChg>
        <pc:graphicFrameChg chg="add del mod modGraphic">
          <ac:chgData name="Spada, Riccardo" userId="994b86d3-29b4-4300-9fb1-4380a0094f38" providerId="ADAL" clId="{23F37D3C-81E2-4E32-A2D9-B58E3080AC83}" dt="2025-08-19T12:18:39.637" v="1822" actId="21"/>
          <ac:graphicFrameMkLst>
            <pc:docMk/>
            <pc:sldMk cId="2216517139" sldId="352"/>
            <ac:graphicFrameMk id="2" creationId="{23CDEB6D-2E6B-F5E5-D051-FAC3DCD47093}"/>
          </ac:graphicFrameMkLst>
        </pc:graphicFrameChg>
        <pc:picChg chg="del">
          <ac:chgData name="Spada, Riccardo" userId="994b86d3-29b4-4300-9fb1-4380a0094f38" providerId="ADAL" clId="{23F37D3C-81E2-4E32-A2D9-B58E3080AC83}" dt="2025-08-15T09:46:57.387" v="676" actId="478"/>
          <ac:picMkLst>
            <pc:docMk/>
            <pc:sldMk cId="2216517139" sldId="352"/>
            <ac:picMk id="11" creationId="{0EB65429-0C01-8D26-7EFE-1546B76E5E62}"/>
          </ac:picMkLst>
        </pc:picChg>
      </pc:sldChg>
      <pc:sldChg chg="add del">
        <pc:chgData name="Spada, Riccardo" userId="994b86d3-29b4-4300-9fb1-4380a0094f38" providerId="ADAL" clId="{23F37D3C-81E2-4E32-A2D9-B58E3080AC83}" dt="2025-08-14T09:28:00.737" v="499" actId="47"/>
        <pc:sldMkLst>
          <pc:docMk/>
          <pc:sldMk cId="2357073447" sldId="352"/>
        </pc:sldMkLst>
      </pc:sldChg>
      <pc:sldChg chg="addSp delSp modSp add del mod">
        <pc:chgData name="Spada, Riccardo" userId="994b86d3-29b4-4300-9fb1-4380a0094f38" providerId="ADAL" clId="{23F37D3C-81E2-4E32-A2D9-B58E3080AC83}" dt="2025-08-22T08:00:20.955" v="2275"/>
        <pc:sldMkLst>
          <pc:docMk/>
          <pc:sldMk cId="3594915197" sldId="353"/>
        </pc:sldMkLst>
        <pc:spChg chg="mod">
          <ac:chgData name="Spada, Riccardo" userId="994b86d3-29b4-4300-9fb1-4380a0094f38" providerId="ADAL" clId="{23F37D3C-81E2-4E32-A2D9-B58E3080AC83}" dt="2025-08-14T09:29:31.620" v="569" actId="20577"/>
          <ac:spMkLst>
            <pc:docMk/>
            <pc:sldMk cId="3594915197" sldId="353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29:00.955" v="1870" actId="2710"/>
          <ac:spMkLst>
            <pc:docMk/>
            <pc:sldMk cId="3594915197" sldId="353"/>
            <ac:spMk id="7" creationId="{6817A33D-BCCC-4B72-A80E-AE382D7BAA6B}"/>
          </ac:spMkLst>
        </pc:spChg>
        <pc:spChg chg="del">
          <ac:chgData name="Spada, Riccardo" userId="994b86d3-29b4-4300-9fb1-4380a0094f38" providerId="ADAL" clId="{23F37D3C-81E2-4E32-A2D9-B58E3080AC83}" dt="2025-08-19T12:28:30.006" v="1863" actId="478"/>
          <ac:spMkLst>
            <pc:docMk/>
            <pc:sldMk cId="3594915197" sldId="353"/>
            <ac:spMk id="8" creationId="{25161E1B-05C5-446A-84CA-3CA2C76892F9}"/>
          </ac:spMkLst>
        </pc:spChg>
        <pc:graphicFrameChg chg="add mod modGraphic">
          <ac:chgData name="Spada, Riccardo" userId="994b86d3-29b4-4300-9fb1-4380a0094f38" providerId="ADAL" clId="{23F37D3C-81E2-4E32-A2D9-B58E3080AC83}" dt="2025-08-22T08:00:20.955" v="2275"/>
          <ac:graphicFrameMkLst>
            <pc:docMk/>
            <pc:sldMk cId="3594915197" sldId="353"/>
            <ac:graphicFrameMk id="2" creationId="{5C003948-B3F3-8523-337B-FB0393A144AD}"/>
          </ac:graphicFrameMkLst>
        </pc:graphicFrameChg>
        <pc:picChg chg="del mod">
          <ac:chgData name="Spada, Riccardo" userId="994b86d3-29b4-4300-9fb1-4380a0094f38" providerId="ADAL" clId="{23F37D3C-81E2-4E32-A2D9-B58E3080AC83}" dt="2025-08-15T09:47:04.156" v="679" actId="478"/>
          <ac:picMkLst>
            <pc:docMk/>
            <pc:sldMk cId="3594915197" sldId="353"/>
            <ac:picMk id="11" creationId="{0EB65429-0C01-8D26-7EFE-1546B76E5E62}"/>
          </ac:picMkLst>
        </pc:picChg>
      </pc:sldChg>
      <pc:sldChg chg="addSp delSp modSp add del mod ord setBg">
        <pc:chgData name="Spada, Riccardo" userId="994b86d3-29b4-4300-9fb1-4380a0094f38" providerId="ADAL" clId="{23F37D3C-81E2-4E32-A2D9-B58E3080AC83}" dt="2025-08-19T12:23:26.864" v="1859" actId="47"/>
        <pc:sldMkLst>
          <pc:docMk/>
          <pc:sldMk cId="385893503" sldId="379"/>
        </pc:sldMkLst>
        <pc:spChg chg="add del">
          <ac:chgData name="Spada, Riccardo" userId="994b86d3-29b4-4300-9fb1-4380a0094f38" providerId="ADAL" clId="{23F37D3C-81E2-4E32-A2D9-B58E3080AC83}" dt="2025-08-19T12:10:07.014" v="1812" actId="22"/>
          <ac:spMkLst>
            <pc:docMk/>
            <pc:sldMk cId="385893503" sldId="379"/>
            <ac:spMk id="6" creationId="{037F96DE-FBF1-2B70-607B-1D3F9F67150F}"/>
          </ac:spMkLst>
        </pc:spChg>
        <pc:spChg chg="add del mod">
          <ac:chgData name="Spada, Riccardo" userId="994b86d3-29b4-4300-9fb1-4380a0094f38" providerId="ADAL" clId="{23F37D3C-81E2-4E32-A2D9-B58E3080AC83}" dt="2025-08-19T12:10:16.452" v="1815" actId="478"/>
          <ac:spMkLst>
            <pc:docMk/>
            <pc:sldMk cId="385893503" sldId="379"/>
            <ac:spMk id="13" creationId="{D7C3FE7D-1803-5650-36EC-6E87392DE764}"/>
          </ac:spMkLst>
        </pc:spChg>
      </pc:sldChg>
      <pc:sldChg chg="addSp delSp modSp add del mod delAnim">
        <pc:chgData name="Spada, Riccardo" userId="994b86d3-29b4-4300-9fb1-4380a0094f38" providerId="ADAL" clId="{23F37D3C-81E2-4E32-A2D9-B58E3080AC83}" dt="2025-08-19T12:23:25.493" v="1858" actId="47"/>
        <pc:sldMkLst>
          <pc:docMk/>
          <pc:sldMk cId="1330531224" sldId="385"/>
        </pc:sldMkLst>
        <pc:spChg chg="add del mod">
          <ac:chgData name="Spada, Riccardo" userId="994b86d3-29b4-4300-9fb1-4380a0094f38" providerId="ADAL" clId="{23F37D3C-81E2-4E32-A2D9-B58E3080AC83}" dt="2025-08-19T12:08:39.805" v="1794" actId="478"/>
          <ac:spMkLst>
            <pc:docMk/>
            <pc:sldMk cId="1330531224" sldId="385"/>
            <ac:spMk id="3" creationId="{689F7D68-B90C-A425-94A1-26E009B600D3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8" creationId="{1D5EE7CB-C507-22B0-55BE-E5C9477AFF32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9" creationId="{16EE95E4-9C97-37FA-816F-25CA25E05747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0" creationId="{FF8CAC65-C3A1-37D4-F137-C499D03F5D59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1" creationId="{547A9C51-299A-D055-D30E-3BD5633840B7}"/>
          </ac:spMkLst>
        </pc:spChg>
        <pc:spChg chg="del mod">
          <ac:chgData name="Spada, Riccardo" userId="994b86d3-29b4-4300-9fb1-4380a0094f38" providerId="ADAL" clId="{23F37D3C-81E2-4E32-A2D9-B58E3080AC83}" dt="2025-08-19T12:08:55.149" v="1797" actId="478"/>
          <ac:spMkLst>
            <pc:docMk/>
            <pc:sldMk cId="1330531224" sldId="385"/>
            <ac:spMk id="12" creationId="{540B7000-35D8-2A03-B560-8CB3073A084E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5" creationId="{826F2997-5927-C48B-DB03-E247856B07E8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6" creationId="{01E03658-6142-0FA5-17FD-141D7FE3F47B}"/>
          </ac:spMkLst>
        </pc:spChg>
        <pc:spChg chg="add del">
          <ac:chgData name="Spada, Riccardo" userId="994b86d3-29b4-4300-9fb1-4380a0094f38" providerId="ADAL" clId="{23F37D3C-81E2-4E32-A2D9-B58E3080AC83}" dt="2025-08-19T12:09:14.538" v="1802" actId="22"/>
          <ac:spMkLst>
            <pc:docMk/>
            <pc:sldMk cId="1330531224" sldId="385"/>
            <ac:spMk id="18" creationId="{E5236F54-2B5C-6770-8ADE-E6713998F4A0}"/>
          </ac:spMkLst>
        </pc:spChg>
        <pc:spChg chg="add mod">
          <ac:chgData name="Spada, Riccardo" userId="994b86d3-29b4-4300-9fb1-4380a0094f38" providerId="ADAL" clId="{23F37D3C-81E2-4E32-A2D9-B58E3080AC83}" dt="2025-08-19T12:09:22.701" v="1805" actId="1076"/>
          <ac:spMkLst>
            <pc:docMk/>
            <pc:sldMk cId="1330531224" sldId="385"/>
            <ac:spMk id="20" creationId="{9754A109-F731-F88C-3BC2-FEC0AC9FA620}"/>
          </ac:spMkLst>
        </pc:spChg>
        <pc:spChg chg="add mod">
          <ac:chgData name="Spada, Riccardo" userId="994b86d3-29b4-4300-9fb1-4380a0094f38" providerId="ADAL" clId="{23F37D3C-81E2-4E32-A2D9-B58E3080AC83}" dt="2025-08-19T12:09:42.709" v="1810" actId="20577"/>
          <ac:spMkLst>
            <pc:docMk/>
            <pc:sldMk cId="1330531224" sldId="385"/>
            <ac:spMk id="21" creationId="{9D5C48EF-7DEA-F3D1-9B76-D874285C58F1}"/>
          </ac:spMkLst>
        </pc:sp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4" creationId="{E22AE9BB-81BE-BFD8-6FFC-C9CE59405B50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5" creationId="{3EE51138-E6A5-09BB-3D17-63909F04785D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6" creationId="{504E9AB7-D65F-4E17-40DB-DF676F0085A2}"/>
          </ac:picMkLst>
        </pc:picChg>
        <pc:picChg chg="add mod">
          <ac:chgData name="Spada, Riccardo" userId="994b86d3-29b4-4300-9fb1-4380a0094f38" providerId="ADAL" clId="{23F37D3C-81E2-4E32-A2D9-B58E3080AC83}" dt="2025-08-19T12:08:56.660" v="1798"/>
          <ac:picMkLst>
            <pc:docMk/>
            <pc:sldMk cId="1330531224" sldId="385"/>
            <ac:picMk id="13" creationId="{B840B081-9833-C59F-7A53-9095EC1A5E69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14" creationId="{ABA4ACE9-8D1A-BD5F-4BE5-35DF8E7F879F}"/>
          </ac:picMkLst>
        </pc:picChg>
      </pc:sldChg>
      <pc:sldChg chg="add del">
        <pc:chgData name="Spada, Riccardo" userId="994b86d3-29b4-4300-9fb1-4380a0094f38" providerId="ADAL" clId="{23F37D3C-81E2-4E32-A2D9-B58E3080AC83}" dt="2025-08-19T12:07:21.922" v="1772"/>
        <pc:sldMkLst>
          <pc:docMk/>
          <pc:sldMk cId="1284653059" sldId="386"/>
        </pc:sldMkLst>
      </pc:sldChg>
      <pc:sldChg chg="add del">
        <pc:chgData name="Spada, Riccardo" userId="994b86d3-29b4-4300-9fb1-4380a0094f38" providerId="ADAL" clId="{23F37D3C-81E2-4E32-A2D9-B58E3080AC83}" dt="2025-08-19T12:07:35.389" v="1774"/>
        <pc:sldMkLst>
          <pc:docMk/>
          <pc:sldMk cId="2906305960" sldId="386"/>
        </pc:sldMkLst>
      </pc:sldChg>
      <pc:sldChg chg="add del">
        <pc:chgData name="Spada, Riccardo" userId="994b86d3-29b4-4300-9fb1-4380a0094f38" providerId="ADAL" clId="{23F37D3C-81E2-4E32-A2D9-B58E3080AC83}" dt="2025-08-19T12:23:25.493" v="1858" actId="47"/>
        <pc:sldMkLst>
          <pc:docMk/>
          <pc:sldMk cId="4005340468" sldId="386"/>
        </pc:sldMkLst>
      </pc:sldChg>
      <pc:sldChg chg="addSp delSp modSp add del mod ord">
        <pc:chgData name="Spada, Riccardo" userId="994b86d3-29b4-4300-9fb1-4380a0094f38" providerId="ADAL" clId="{23F37D3C-81E2-4E32-A2D9-B58E3080AC83}" dt="2025-08-22T08:01:34.580" v="2287" actId="404"/>
        <pc:sldMkLst>
          <pc:docMk/>
          <pc:sldMk cId="215262216" sldId="438"/>
        </pc:sldMkLst>
        <pc:spChg chg="add mod">
          <ac:chgData name="Spada, Riccardo" userId="994b86d3-29b4-4300-9fb1-4380a0094f38" providerId="ADAL" clId="{23F37D3C-81E2-4E32-A2D9-B58E3080AC83}" dt="2025-08-19T12:52:44.054" v="2070" actId="1076"/>
          <ac:spMkLst>
            <pc:docMk/>
            <pc:sldMk cId="215262216" sldId="438"/>
            <ac:spMk id="2" creationId="{6F3199B6-ECCC-183A-2D8F-4A117542927A}"/>
          </ac:spMkLst>
        </pc:spChg>
        <pc:spChg chg="add del mod">
          <ac:chgData name="Spada, Riccardo" userId="994b86d3-29b4-4300-9fb1-4380a0094f38" providerId="ADAL" clId="{23F37D3C-81E2-4E32-A2D9-B58E3080AC83}" dt="2025-08-19T12:40:58.104" v="2029" actId="478"/>
          <ac:spMkLst>
            <pc:docMk/>
            <pc:sldMk cId="215262216" sldId="438"/>
            <ac:spMk id="5" creationId="{D6A21974-1352-9906-1B16-9D43C393AC88}"/>
          </ac:spMkLst>
        </pc:spChg>
        <pc:spChg chg="add mod">
          <ac:chgData name="Spada, Riccardo" userId="994b86d3-29b4-4300-9fb1-4380a0094f38" providerId="ADAL" clId="{23F37D3C-81E2-4E32-A2D9-B58E3080AC83}" dt="2025-08-22T08:01:34.580" v="2287" actId="404"/>
          <ac:spMkLst>
            <pc:docMk/>
            <pc:sldMk cId="215262216" sldId="438"/>
            <ac:spMk id="7" creationId="{FF9DFEF3-5F1F-909F-3782-B9872F5F400D}"/>
          </ac:spMkLst>
        </pc:spChg>
      </pc:sldChg>
      <pc:sldChg chg="add del">
        <pc:chgData name="Spada, Riccardo" userId="994b86d3-29b4-4300-9fb1-4380a0094f38" providerId="ADAL" clId="{23F37D3C-81E2-4E32-A2D9-B58E3080AC83}" dt="2025-08-19T12:21:57.733" v="1853" actId="47"/>
        <pc:sldMkLst>
          <pc:docMk/>
          <pc:sldMk cId="420541097" sldId="448"/>
        </pc:sldMkLst>
      </pc:sldChg>
      <pc:sldMasterChg chg="addSldLayout delSldLayout">
        <pc:chgData name="Spada, Riccardo" userId="994b86d3-29b4-4300-9fb1-4380a0094f38" providerId="ADAL" clId="{23F37D3C-81E2-4E32-A2D9-B58E3080AC83}" dt="2025-08-19T12:23:26.864" v="1859" actId="47"/>
        <pc:sldMasterMkLst>
          <pc:docMk/>
          <pc:sldMasterMk cId="2464305198" sldId="2147483648"/>
        </pc:sldMasterMkLst>
        <pc:sldLayoutChg chg="add del">
          <pc:chgData name="Spada, Riccardo" userId="994b86d3-29b4-4300-9fb1-4380a0094f38" providerId="ADAL" clId="{23F37D3C-81E2-4E32-A2D9-B58E3080AC83}" dt="2025-08-19T12:23:26.864" v="1859" actId="47"/>
          <pc:sldLayoutMkLst>
            <pc:docMk/>
            <pc:sldMasterMk cId="2464305198" sldId="2147483648"/>
            <pc:sldLayoutMk cId="2317101022" sldId="2147483687"/>
          </pc:sldLayoutMkLst>
        </pc:sldLayoutChg>
        <pc:sldLayoutChg chg="add del">
          <pc:chgData name="Spada, Riccardo" userId="994b86d3-29b4-4300-9fb1-4380a0094f38" providerId="ADAL" clId="{23F37D3C-81E2-4E32-A2D9-B58E3080AC83}" dt="2025-08-19T12:23:25.493" v="1858" actId="47"/>
          <pc:sldLayoutMkLst>
            <pc:docMk/>
            <pc:sldMasterMk cId="2464305198" sldId="2147483648"/>
            <pc:sldLayoutMk cId="1955268582" sldId="2147483688"/>
          </pc:sldLayoutMkLst>
        </pc:sldLayoutChg>
        <pc:sldLayoutChg chg="del">
          <pc:chgData name="Spada, Riccardo" userId="994b86d3-29b4-4300-9fb1-4380a0094f38" providerId="ADAL" clId="{23F37D3C-81E2-4E32-A2D9-B58E3080AC83}" dt="2025-08-19T12:21:40.449" v="1851" actId="47"/>
          <pc:sldLayoutMkLst>
            <pc:docMk/>
            <pc:sldMasterMk cId="2464305198" sldId="2147483648"/>
            <pc:sldLayoutMk cId="29901241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21:57.733" v="1853" actId="47"/>
          <pc:sldLayoutMkLst>
            <pc:docMk/>
            <pc:sldMasterMk cId="2464305198" sldId="2147483648"/>
            <pc:sldLayoutMk cId="312794244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11:20.249" v="1818" actId="47"/>
          <pc:sldLayoutMkLst>
            <pc:docMk/>
            <pc:sldMasterMk cId="2464305198" sldId="2147483648"/>
            <pc:sldLayoutMk cId="2378309573" sldId="2147483689"/>
          </pc:sldLayoutMkLst>
        </pc:sldLayoutChg>
      </pc:sldMasterChg>
    </pc:docChg>
  </pc:docChgLst>
  <pc:docChgLst>
    <pc:chgData name="Spada, Riccardo" userId="S::riccardo.spada@wur.nl::994b86d3-29b4-4300-9fb1-4380a0094f38" providerId="AD" clId="Web-{55ABB764-0BB0-60D0-DE92-AF4723C37FAA}"/>
    <pc:docChg chg="modSld">
      <pc:chgData name="Spada, Riccardo" userId="S::riccardo.spada@wur.nl::994b86d3-29b4-4300-9fb1-4380a0094f38" providerId="AD" clId="Web-{55ABB764-0BB0-60D0-DE92-AF4723C37FAA}" dt="2025-08-11T13:42:51.800" v="0"/>
      <pc:docMkLst>
        <pc:docMk/>
      </pc:docMkLst>
      <pc:sldChg chg="delSp">
        <pc:chgData name="Spada, Riccardo" userId="S::riccardo.spada@wur.nl::994b86d3-29b4-4300-9fb1-4380a0094f38" providerId="AD" clId="Web-{55ABB764-0BB0-60D0-DE92-AF4723C37FAA}" dt="2025-08-11T13:42:51.800" v="0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55ABB764-0BB0-60D0-DE92-AF4723C37FAA}" dt="2025-08-11T13:42:51.800" v="0"/>
          <ac:graphicFrameMkLst>
            <pc:docMk/>
            <pc:sldMk cId="3665351336" sldId="344"/>
            <ac:graphicFrameMk id="3" creationId="{94E4F570-D38C-DF4F-F373-5340345220C1}"/>
          </ac:graphicFrameMkLst>
        </pc:graphicFrameChg>
      </pc:sldChg>
    </pc:docChg>
  </pc:docChgLst>
  <pc:docChgLst>
    <pc:chgData name="Spada, Riccardo" userId="S::riccardo.spada@wur.nl::994b86d3-29b4-4300-9fb1-4380a0094f38" providerId="AD" clId="Web-{4D3DB423-8BFB-1761-E46A-64723C4E7A41}"/>
    <pc:docChg chg="delSld modSld">
      <pc:chgData name="Spada, Riccardo" userId="S::riccardo.spada@wur.nl::994b86d3-29b4-4300-9fb1-4380a0094f38" providerId="AD" clId="Web-{4D3DB423-8BFB-1761-E46A-64723C4E7A41}" dt="2025-08-11T13:46:15.396" v="1"/>
      <pc:docMkLst>
        <pc:docMk/>
      </pc:docMkLst>
      <pc:sldChg chg="delSp">
        <pc:chgData name="Spada, Riccardo" userId="S::riccardo.spada@wur.nl::994b86d3-29b4-4300-9fb1-4380a0094f38" providerId="AD" clId="Web-{4D3DB423-8BFB-1761-E46A-64723C4E7A41}" dt="2025-08-11T13:46:15.396" v="1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4D3DB423-8BFB-1761-E46A-64723C4E7A41}" dt="2025-08-11T13:46:15.396" v="1"/>
          <ac:graphicFrameMkLst>
            <pc:docMk/>
            <pc:sldMk cId="3665351336" sldId="344"/>
            <ac:graphicFrameMk id="2" creationId="{80C923CB-F3FC-1CB4-7DB4-B016E0110842}"/>
          </ac:graphicFrameMkLst>
        </pc:graphicFrameChg>
      </pc:sldChg>
      <pc:sldChg chg="del">
        <pc:chgData name="Spada, Riccardo" userId="S::riccardo.spada@wur.nl::994b86d3-29b4-4300-9fb1-4380a0094f38" providerId="AD" clId="Web-{4D3DB423-8BFB-1761-E46A-64723C4E7A41}" dt="2025-08-11T13:44:21.378" v="0"/>
        <pc:sldMkLst>
          <pc:docMk/>
          <pc:sldMk cId="470230899" sldId="345"/>
        </pc:sldMkLst>
      </pc:sldChg>
    </pc:docChg>
  </pc:docChgLst>
  <pc:docChgLst>
    <pc:chgData name="Veen-Rusticus, Hennie van der" userId="2a3156d8-6543-4ca2-b225-b9da3ac2c12c" providerId="ADAL" clId="{126A8667-31DA-43CE-A318-54260BC5FEFD}"/>
    <pc:docChg chg="undo custSel modSld">
      <pc:chgData name="Veen-Rusticus, Hennie van der" userId="2a3156d8-6543-4ca2-b225-b9da3ac2c12c" providerId="ADAL" clId="{126A8667-31DA-43CE-A318-54260BC5FEFD}" dt="2025-03-31T07:43:01.737" v="1" actId="12"/>
      <pc:docMkLst>
        <pc:docMk/>
      </pc:docMkLst>
      <pc:sldChg chg="modSp mod">
        <pc:chgData name="Veen-Rusticus, Hennie van der" userId="2a3156d8-6543-4ca2-b225-b9da3ac2c12c" providerId="ADAL" clId="{126A8667-31DA-43CE-A318-54260BC5FEFD}" dt="2025-03-31T07:43:01.737" v="1" actId="12"/>
        <pc:sldMkLst>
          <pc:docMk/>
          <pc:sldMk cId="4294866199" sldId="329"/>
        </pc:sldMkLst>
      </pc:sldChg>
    </pc:docChg>
  </pc:docChgLst>
  <pc:docChgLst>
    <pc:chgData name="Spada, Riccardo" userId="S::riccardo.spada@wur.nl::994b86d3-29b4-4300-9fb1-4380a0094f38" providerId="AD" clId="Web-{53EB2F21-E3BF-92A1-C980-4A14211D6CD5}"/>
    <pc:docChg chg="addSld">
      <pc:chgData name="Spada, Riccardo" userId="S::riccardo.spada@wur.nl::994b86d3-29b4-4300-9fb1-4380a0094f38" providerId="AD" clId="Web-{53EB2F21-E3BF-92A1-C980-4A14211D6CD5}" dt="2025-08-11T13:44:05.691" v="0"/>
      <pc:docMkLst>
        <pc:docMk/>
      </pc:docMkLst>
      <pc:sldChg chg="add replId">
        <pc:chgData name="Spada, Riccardo" userId="S::riccardo.spada@wur.nl::994b86d3-29b4-4300-9fb1-4380a0094f38" providerId="AD" clId="Web-{53EB2F21-E3BF-92A1-C980-4A14211D6CD5}" dt="2025-08-11T13:44:05.691" v="0"/>
        <pc:sldMkLst>
          <pc:docMk/>
          <pc:sldMk cId="470230899" sldId="34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wageningenur4-my.sharepoint.com/personal/riccardo_spada_wur_nl/Documents/PhD_RiccardoSpada/03_Research%20Proposal/Data/CMO-Historical-Data-Monthl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Sheet4!$D$10</c:f>
              <c:strCache>
                <c:ptCount val="1"/>
                <c:pt idx="0">
                  <c:v>Fertilizers index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Sheet4!$B$11:$B$240</c:f>
              <c:numCache>
                <c:formatCode>m/d/yyyy</c:formatCode>
                <c:ptCount val="230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  <c:pt idx="136">
                  <c:v>42491</c:v>
                </c:pt>
                <c:pt idx="137">
                  <c:v>42522</c:v>
                </c:pt>
                <c:pt idx="138">
                  <c:v>42552</c:v>
                </c:pt>
                <c:pt idx="139">
                  <c:v>42583</c:v>
                </c:pt>
                <c:pt idx="140">
                  <c:v>42614</c:v>
                </c:pt>
                <c:pt idx="141">
                  <c:v>42644</c:v>
                </c:pt>
                <c:pt idx="142">
                  <c:v>42675</c:v>
                </c:pt>
                <c:pt idx="143">
                  <c:v>42705</c:v>
                </c:pt>
                <c:pt idx="144">
                  <c:v>42736</c:v>
                </c:pt>
                <c:pt idx="145">
                  <c:v>42767</c:v>
                </c:pt>
                <c:pt idx="146">
                  <c:v>42795</c:v>
                </c:pt>
                <c:pt idx="147">
                  <c:v>42826</c:v>
                </c:pt>
                <c:pt idx="148">
                  <c:v>42856</c:v>
                </c:pt>
                <c:pt idx="149">
                  <c:v>42887</c:v>
                </c:pt>
                <c:pt idx="150">
                  <c:v>42917</c:v>
                </c:pt>
                <c:pt idx="151">
                  <c:v>42948</c:v>
                </c:pt>
                <c:pt idx="152">
                  <c:v>42979</c:v>
                </c:pt>
                <c:pt idx="153">
                  <c:v>43009</c:v>
                </c:pt>
                <c:pt idx="154">
                  <c:v>43040</c:v>
                </c:pt>
                <c:pt idx="155">
                  <c:v>43070</c:v>
                </c:pt>
                <c:pt idx="156">
                  <c:v>43101</c:v>
                </c:pt>
                <c:pt idx="157">
                  <c:v>43132</c:v>
                </c:pt>
                <c:pt idx="158">
                  <c:v>43160</c:v>
                </c:pt>
                <c:pt idx="159">
                  <c:v>43191</c:v>
                </c:pt>
                <c:pt idx="160">
                  <c:v>43221</c:v>
                </c:pt>
                <c:pt idx="161">
                  <c:v>43252</c:v>
                </c:pt>
                <c:pt idx="162">
                  <c:v>43282</c:v>
                </c:pt>
                <c:pt idx="163">
                  <c:v>43313</c:v>
                </c:pt>
                <c:pt idx="164">
                  <c:v>43344</c:v>
                </c:pt>
                <c:pt idx="165">
                  <c:v>43374</c:v>
                </c:pt>
                <c:pt idx="166">
                  <c:v>43405</c:v>
                </c:pt>
                <c:pt idx="167">
                  <c:v>43435</c:v>
                </c:pt>
                <c:pt idx="168">
                  <c:v>43466</c:v>
                </c:pt>
                <c:pt idx="169">
                  <c:v>43497</c:v>
                </c:pt>
                <c:pt idx="170">
                  <c:v>43525</c:v>
                </c:pt>
                <c:pt idx="171">
                  <c:v>43556</c:v>
                </c:pt>
                <c:pt idx="172">
                  <c:v>43586</c:v>
                </c:pt>
                <c:pt idx="173">
                  <c:v>43617</c:v>
                </c:pt>
                <c:pt idx="174">
                  <c:v>43647</c:v>
                </c:pt>
                <c:pt idx="175">
                  <c:v>43678</c:v>
                </c:pt>
                <c:pt idx="176">
                  <c:v>43709</c:v>
                </c:pt>
                <c:pt idx="177">
                  <c:v>43739</c:v>
                </c:pt>
                <c:pt idx="178">
                  <c:v>43770</c:v>
                </c:pt>
                <c:pt idx="179">
                  <c:v>43800</c:v>
                </c:pt>
                <c:pt idx="180">
                  <c:v>43831</c:v>
                </c:pt>
                <c:pt idx="181">
                  <c:v>43862</c:v>
                </c:pt>
                <c:pt idx="182">
                  <c:v>43891</c:v>
                </c:pt>
                <c:pt idx="183">
                  <c:v>43922</c:v>
                </c:pt>
                <c:pt idx="184">
                  <c:v>43952</c:v>
                </c:pt>
                <c:pt idx="185">
                  <c:v>43983</c:v>
                </c:pt>
                <c:pt idx="186">
                  <c:v>44013</c:v>
                </c:pt>
                <c:pt idx="187">
                  <c:v>44044</c:v>
                </c:pt>
                <c:pt idx="188">
                  <c:v>44075</c:v>
                </c:pt>
                <c:pt idx="189">
                  <c:v>44105</c:v>
                </c:pt>
                <c:pt idx="190">
                  <c:v>44136</c:v>
                </c:pt>
                <c:pt idx="191">
                  <c:v>44166</c:v>
                </c:pt>
                <c:pt idx="192">
                  <c:v>44197</c:v>
                </c:pt>
                <c:pt idx="193">
                  <c:v>44228</c:v>
                </c:pt>
                <c:pt idx="194">
                  <c:v>44256</c:v>
                </c:pt>
                <c:pt idx="195">
                  <c:v>44287</c:v>
                </c:pt>
                <c:pt idx="196">
                  <c:v>44317</c:v>
                </c:pt>
                <c:pt idx="197">
                  <c:v>44348</c:v>
                </c:pt>
                <c:pt idx="198">
                  <c:v>44378</c:v>
                </c:pt>
                <c:pt idx="199">
                  <c:v>44409</c:v>
                </c:pt>
                <c:pt idx="200">
                  <c:v>44440</c:v>
                </c:pt>
                <c:pt idx="201">
                  <c:v>44470</c:v>
                </c:pt>
                <c:pt idx="202">
                  <c:v>44501</c:v>
                </c:pt>
                <c:pt idx="203">
                  <c:v>44531</c:v>
                </c:pt>
                <c:pt idx="204">
                  <c:v>44562</c:v>
                </c:pt>
                <c:pt idx="205">
                  <c:v>44593</c:v>
                </c:pt>
                <c:pt idx="206">
                  <c:v>44621</c:v>
                </c:pt>
                <c:pt idx="207">
                  <c:v>44652</c:v>
                </c:pt>
                <c:pt idx="208">
                  <c:v>44682</c:v>
                </c:pt>
                <c:pt idx="209">
                  <c:v>44713</c:v>
                </c:pt>
                <c:pt idx="210">
                  <c:v>44743</c:v>
                </c:pt>
                <c:pt idx="211">
                  <c:v>44774</c:v>
                </c:pt>
                <c:pt idx="212">
                  <c:v>44805</c:v>
                </c:pt>
                <c:pt idx="213">
                  <c:v>44835</c:v>
                </c:pt>
                <c:pt idx="214">
                  <c:v>44866</c:v>
                </c:pt>
                <c:pt idx="215">
                  <c:v>44896</c:v>
                </c:pt>
                <c:pt idx="216">
                  <c:v>44927</c:v>
                </c:pt>
                <c:pt idx="217">
                  <c:v>44958</c:v>
                </c:pt>
                <c:pt idx="218">
                  <c:v>44986</c:v>
                </c:pt>
                <c:pt idx="219">
                  <c:v>45017</c:v>
                </c:pt>
                <c:pt idx="220">
                  <c:v>45047</c:v>
                </c:pt>
                <c:pt idx="221">
                  <c:v>45078</c:v>
                </c:pt>
                <c:pt idx="222">
                  <c:v>45108</c:v>
                </c:pt>
                <c:pt idx="223">
                  <c:v>45139</c:v>
                </c:pt>
                <c:pt idx="224">
                  <c:v>45170</c:v>
                </c:pt>
                <c:pt idx="225">
                  <c:v>45200</c:v>
                </c:pt>
                <c:pt idx="226">
                  <c:v>45231</c:v>
                </c:pt>
                <c:pt idx="227">
                  <c:v>45261</c:v>
                </c:pt>
                <c:pt idx="228">
                  <c:v>45292</c:v>
                </c:pt>
                <c:pt idx="229">
                  <c:v>45323</c:v>
                </c:pt>
              </c:numCache>
            </c:numRef>
          </c:cat>
          <c:val>
            <c:numRef>
              <c:f>Sheet4!$D$11:$D$240</c:f>
              <c:numCache>
                <c:formatCode>0.00</c:formatCode>
                <c:ptCount val="230"/>
                <c:pt idx="0">
                  <c:v>54.164907839030001</c:v>
                </c:pt>
                <c:pt idx="1">
                  <c:v>54.329486218189999</c:v>
                </c:pt>
                <c:pt idx="2">
                  <c:v>58.819613736530002</c:v>
                </c:pt>
                <c:pt idx="3">
                  <c:v>62.39740458779</c:v>
                </c:pt>
                <c:pt idx="4">
                  <c:v>64.361799034049994</c:v>
                </c:pt>
                <c:pt idx="5">
                  <c:v>58.844907964370002</c:v>
                </c:pt>
                <c:pt idx="6">
                  <c:v>59.456835045879998</c:v>
                </c:pt>
                <c:pt idx="7">
                  <c:v>57.549810099189997</c:v>
                </c:pt>
                <c:pt idx="8">
                  <c:v>57.796864936840002</c:v>
                </c:pt>
                <c:pt idx="9">
                  <c:v>58.530312061350003</c:v>
                </c:pt>
                <c:pt idx="10">
                  <c:v>62.229938676789999</c:v>
                </c:pt>
                <c:pt idx="11">
                  <c:v>59.206705407469997</c:v>
                </c:pt>
                <c:pt idx="12">
                  <c:v>57.550188243329998</c:v>
                </c:pt>
                <c:pt idx="13">
                  <c:v>59.206705407469997</c:v>
                </c:pt>
                <c:pt idx="14">
                  <c:v>63.370022595510001</c:v>
                </c:pt>
                <c:pt idx="15">
                  <c:v>63.99046146749</c:v>
                </c:pt>
                <c:pt idx="16">
                  <c:v>61.414452054580003</c:v>
                </c:pt>
                <c:pt idx="17">
                  <c:v>58.6237751906</c:v>
                </c:pt>
                <c:pt idx="18">
                  <c:v>58.367873992630003</c:v>
                </c:pt>
                <c:pt idx="19">
                  <c:v>60.295365164819998</c:v>
                </c:pt>
                <c:pt idx="20">
                  <c:v>60.957256472300003</c:v>
                </c:pt>
                <c:pt idx="21">
                  <c:v>60.109320040550003</c:v>
                </c:pt>
                <c:pt idx="22">
                  <c:v>62.710373989419999</c:v>
                </c:pt>
                <c:pt idx="23">
                  <c:v>66.38540254438</c:v>
                </c:pt>
                <c:pt idx="24">
                  <c:v>68.407048204749998</c:v>
                </c:pt>
                <c:pt idx="25">
                  <c:v>73.752100149110007</c:v>
                </c:pt>
                <c:pt idx="26">
                  <c:v>78.676881446630006</c:v>
                </c:pt>
                <c:pt idx="27">
                  <c:v>77.376888151179998</c:v>
                </c:pt>
                <c:pt idx="28">
                  <c:v>79.844413786559997</c:v>
                </c:pt>
                <c:pt idx="29">
                  <c:v>80.623100672709995</c:v>
                </c:pt>
                <c:pt idx="30">
                  <c:v>77.420977860830007</c:v>
                </c:pt>
                <c:pt idx="31">
                  <c:v>77.427630680259995</c:v>
                </c:pt>
                <c:pt idx="32">
                  <c:v>87.133298784429996</c:v>
                </c:pt>
                <c:pt idx="33">
                  <c:v>92.910703024759997</c:v>
                </c:pt>
                <c:pt idx="34">
                  <c:v>100.17608634827999</c:v>
                </c:pt>
                <c:pt idx="35">
                  <c:v>106.55685775284</c:v>
                </c:pt>
                <c:pt idx="36">
                  <c:v>109.91639173969</c:v>
                </c:pt>
                <c:pt idx="37">
                  <c:v>114.3351027766</c:v>
                </c:pt>
                <c:pt idx="38">
                  <c:v>128.77000980207001</c:v>
                </c:pt>
                <c:pt idx="39">
                  <c:v>174.06530962720001</c:v>
                </c:pt>
                <c:pt idx="40">
                  <c:v>213.04042394248</c:v>
                </c:pt>
                <c:pt idx="41">
                  <c:v>214.56865970122001</c:v>
                </c:pt>
                <c:pt idx="42">
                  <c:v>239.63922629375</c:v>
                </c:pt>
                <c:pt idx="43">
                  <c:v>256.05522873852999</c:v>
                </c:pt>
                <c:pt idx="44">
                  <c:v>245.37345815242</c:v>
                </c:pt>
                <c:pt idx="45">
                  <c:v>242.16448559007</c:v>
                </c:pt>
                <c:pt idx="46">
                  <c:v>180.64833892442999</c:v>
                </c:pt>
                <c:pt idx="47">
                  <c:v>162.44473706721001</c:v>
                </c:pt>
                <c:pt idx="48">
                  <c:v>164.15376487467</c:v>
                </c:pt>
                <c:pt idx="49">
                  <c:v>165.59260471911</c:v>
                </c:pt>
                <c:pt idx="50">
                  <c:v>168.55288169239</c:v>
                </c:pt>
                <c:pt idx="51">
                  <c:v>142.70543158016</c:v>
                </c:pt>
                <c:pt idx="52">
                  <c:v>132.28813214058999</c:v>
                </c:pt>
                <c:pt idx="53">
                  <c:v>119.83838118735</c:v>
                </c:pt>
                <c:pt idx="54">
                  <c:v>99.305281892709999</c:v>
                </c:pt>
                <c:pt idx="55">
                  <c:v>95.282554161899995</c:v>
                </c:pt>
                <c:pt idx="56">
                  <c:v>86.165006946250003</c:v>
                </c:pt>
                <c:pt idx="57">
                  <c:v>87.760698287409994</c:v>
                </c:pt>
                <c:pt idx="58">
                  <c:v>87.973621273790002</c:v>
                </c:pt>
                <c:pt idx="59">
                  <c:v>90.819794948199998</c:v>
                </c:pt>
                <c:pt idx="60">
                  <c:v>92.950925229579994</c:v>
                </c:pt>
                <c:pt idx="61">
                  <c:v>96.69123089563</c:v>
                </c:pt>
                <c:pt idx="62">
                  <c:v>95.003246376489997</c:v>
                </c:pt>
                <c:pt idx="63">
                  <c:v>92.46111912296</c:v>
                </c:pt>
                <c:pt idx="64">
                  <c:v>88.180663695389995</c:v>
                </c:pt>
                <c:pt idx="65">
                  <c:v>85.400787873759995</c:v>
                </c:pt>
                <c:pt idx="66">
                  <c:v>92.290988251399995</c:v>
                </c:pt>
                <c:pt idx="67">
                  <c:v>98.26055790433</c:v>
                </c:pt>
                <c:pt idx="68">
                  <c:v>107.41757334552</c:v>
                </c:pt>
                <c:pt idx="69">
                  <c:v>112.34859694017</c:v>
                </c:pt>
                <c:pt idx="70">
                  <c:v>118.15945731259001</c:v>
                </c:pt>
                <c:pt idx="71">
                  <c:v>120.83485305219</c:v>
                </c:pt>
                <c:pt idx="72">
                  <c:v>120.67260400446</c:v>
                </c:pt>
                <c:pt idx="73">
                  <c:v>115.47620323965999</c:v>
                </c:pt>
                <c:pt idx="74">
                  <c:v>111.73001285908001</c:v>
                </c:pt>
                <c:pt idx="75">
                  <c:v>110.52139944702</c:v>
                </c:pt>
                <c:pt idx="76">
                  <c:v>108.35564802136</c:v>
                </c:pt>
                <c:pt idx="77">
                  <c:v>146.01848169352999</c:v>
                </c:pt>
                <c:pt idx="78">
                  <c:v>153.44880925391001</c:v>
                </c:pt>
                <c:pt idx="79">
                  <c:v>155.85325518966999</c:v>
                </c:pt>
                <c:pt idx="80">
                  <c:v>160.61171702185001</c:v>
                </c:pt>
                <c:pt idx="81">
                  <c:v>160.81943238104</c:v>
                </c:pt>
                <c:pt idx="82">
                  <c:v>158.78996767637</c:v>
                </c:pt>
                <c:pt idx="83">
                  <c:v>149.11074290464001</c:v>
                </c:pt>
                <c:pt idx="84">
                  <c:v>138.55776269622999</c:v>
                </c:pt>
                <c:pt idx="85">
                  <c:v>139.32665972583001</c:v>
                </c:pt>
                <c:pt idx="86">
                  <c:v>136.90574068751999</c:v>
                </c:pt>
                <c:pt idx="87">
                  <c:v>154.33703779472</c:v>
                </c:pt>
                <c:pt idx="88">
                  <c:v>161.10366070360999</c:v>
                </c:pt>
                <c:pt idx="89">
                  <c:v>152.75350487304999</c:v>
                </c:pt>
                <c:pt idx="90">
                  <c:v>118.63775599333999</c:v>
                </c:pt>
                <c:pt idx="91">
                  <c:v>140.40886073761999</c:v>
                </c:pt>
                <c:pt idx="92">
                  <c:v>140.67719505146999</c:v>
                </c:pt>
                <c:pt idx="93">
                  <c:v>134.99042302858001</c:v>
                </c:pt>
                <c:pt idx="94">
                  <c:v>138.4240247523</c:v>
                </c:pt>
                <c:pt idx="95">
                  <c:v>136.61751968479001</c:v>
                </c:pt>
                <c:pt idx="96">
                  <c:v>131.81737763805</c:v>
                </c:pt>
                <c:pt idx="97">
                  <c:v>136.40502217246001</c:v>
                </c:pt>
                <c:pt idx="98">
                  <c:v>129.71429142939999</c:v>
                </c:pt>
                <c:pt idx="99">
                  <c:v>117.31720084841</c:v>
                </c:pt>
                <c:pt idx="100">
                  <c:v>123.66371024963</c:v>
                </c:pt>
                <c:pt idx="101">
                  <c:v>114.44710171192</c:v>
                </c:pt>
                <c:pt idx="102">
                  <c:v>110.33137653439999</c:v>
                </c:pt>
                <c:pt idx="103">
                  <c:v>107.22577872806001</c:v>
                </c:pt>
                <c:pt idx="104">
                  <c:v>102.13922505734</c:v>
                </c:pt>
                <c:pt idx="105">
                  <c:v>98.313099263340007</c:v>
                </c:pt>
                <c:pt idx="106">
                  <c:v>99.749110902629994</c:v>
                </c:pt>
                <c:pt idx="107">
                  <c:v>101.24974297873</c:v>
                </c:pt>
                <c:pt idx="108">
                  <c:v>105.66526447645001</c:v>
                </c:pt>
                <c:pt idx="109">
                  <c:v>105.60942788654999</c:v>
                </c:pt>
                <c:pt idx="110">
                  <c:v>102.59859795257999</c:v>
                </c:pt>
                <c:pt idx="111">
                  <c:v>94.908379076420005</c:v>
                </c:pt>
                <c:pt idx="112">
                  <c:v>96.031122354429996</c:v>
                </c:pt>
                <c:pt idx="113">
                  <c:v>99.498795057570007</c:v>
                </c:pt>
                <c:pt idx="114">
                  <c:v>100.48395111002</c:v>
                </c:pt>
                <c:pt idx="115">
                  <c:v>101.43514409269</c:v>
                </c:pt>
                <c:pt idx="116">
                  <c:v>102.7868339775</c:v>
                </c:pt>
                <c:pt idx="117">
                  <c:v>103.52714580171001</c:v>
                </c:pt>
                <c:pt idx="118">
                  <c:v>103.34969326874</c:v>
                </c:pt>
                <c:pt idx="119">
                  <c:v>101.78104062012</c:v>
                </c:pt>
                <c:pt idx="120">
                  <c:v>101.36218939862999</c:v>
                </c:pt>
                <c:pt idx="121">
                  <c:v>101.69905265602</c:v>
                </c:pt>
                <c:pt idx="122">
                  <c:v>100.88430969039</c:v>
                </c:pt>
                <c:pt idx="123">
                  <c:v>95.158320248180004</c:v>
                </c:pt>
                <c:pt idx="124">
                  <c:v>95.407252734599993</c:v>
                </c:pt>
                <c:pt idx="125">
                  <c:v>100.1885932898</c:v>
                </c:pt>
                <c:pt idx="126">
                  <c:v>99.809176704590001</c:v>
                </c:pt>
                <c:pt idx="127">
                  <c:v>98.435188720059998</c:v>
                </c:pt>
                <c:pt idx="128">
                  <c:v>99.606520300130001</c:v>
                </c:pt>
                <c:pt idx="129">
                  <c:v>95.468772380299995</c:v>
                </c:pt>
                <c:pt idx="130">
                  <c:v>96.557487953000006</c:v>
                </c:pt>
                <c:pt idx="131">
                  <c:v>96.247985088730005</c:v>
                </c:pt>
                <c:pt idx="132">
                  <c:v>90.317309417550007</c:v>
                </c:pt>
                <c:pt idx="133">
                  <c:v>80.300488038340006</c:v>
                </c:pt>
                <c:pt idx="134">
                  <c:v>81.997441773839995</c:v>
                </c:pt>
                <c:pt idx="135">
                  <c:v>81.363097265459999</c:v>
                </c:pt>
                <c:pt idx="136">
                  <c:v>81.086965085049997</c:v>
                </c:pt>
                <c:pt idx="137">
                  <c:v>72.541038788240002</c:v>
                </c:pt>
                <c:pt idx="138">
                  <c:v>76.654630313690006</c:v>
                </c:pt>
                <c:pt idx="139">
                  <c:v>72.694756736459993</c:v>
                </c:pt>
                <c:pt idx="140">
                  <c:v>73.051258687759997</c:v>
                </c:pt>
                <c:pt idx="141">
                  <c:v>72.966390474869996</c:v>
                </c:pt>
                <c:pt idx="142">
                  <c:v>74.510439542049994</c:v>
                </c:pt>
                <c:pt idx="143">
                  <c:v>75.02915253434</c:v>
                </c:pt>
                <c:pt idx="144">
                  <c:v>76.793307016870003</c:v>
                </c:pt>
                <c:pt idx="145">
                  <c:v>76.753583796170005</c:v>
                </c:pt>
                <c:pt idx="146">
                  <c:v>76.447869763550003</c:v>
                </c:pt>
                <c:pt idx="147">
                  <c:v>73.741388256739995</c:v>
                </c:pt>
                <c:pt idx="148">
                  <c:v>68.505598524489997</c:v>
                </c:pt>
                <c:pt idx="149">
                  <c:v>70.258716041610001</c:v>
                </c:pt>
                <c:pt idx="150">
                  <c:v>68.915606141059996</c:v>
                </c:pt>
                <c:pt idx="151">
                  <c:v>70.748488451539998</c:v>
                </c:pt>
                <c:pt idx="152">
                  <c:v>74.076017197780004</c:v>
                </c:pt>
                <c:pt idx="153">
                  <c:v>78.086943412170001</c:v>
                </c:pt>
                <c:pt idx="154">
                  <c:v>82.675083951839994</c:v>
                </c:pt>
                <c:pt idx="155">
                  <c:v>74.099408336219994</c:v>
                </c:pt>
                <c:pt idx="156">
                  <c:v>75.453350792280006</c:v>
                </c:pt>
                <c:pt idx="157">
                  <c:v>77.696081634310005</c:v>
                </c:pt>
                <c:pt idx="158">
                  <c:v>78.275211040900004</c:v>
                </c:pt>
                <c:pt idx="159">
                  <c:v>78.591844487700001</c:v>
                </c:pt>
                <c:pt idx="160">
                  <c:v>77.396362959599998</c:v>
                </c:pt>
                <c:pt idx="161">
                  <c:v>78.030450758840004</c:v>
                </c:pt>
                <c:pt idx="162">
                  <c:v>82.635482415140004</c:v>
                </c:pt>
                <c:pt idx="163">
                  <c:v>84.565610824309999</c:v>
                </c:pt>
                <c:pt idx="164">
                  <c:v>86.697247362390002</c:v>
                </c:pt>
                <c:pt idx="165">
                  <c:v>88.151800389140007</c:v>
                </c:pt>
                <c:pt idx="166">
                  <c:v>93.117536273029998</c:v>
                </c:pt>
                <c:pt idx="167">
                  <c:v>89.428145317759999</c:v>
                </c:pt>
                <c:pt idx="168">
                  <c:v>86.819084444469993</c:v>
                </c:pt>
                <c:pt idx="169">
                  <c:v>84.839744147600001</c:v>
                </c:pt>
                <c:pt idx="170">
                  <c:v>84.278479661039995</c:v>
                </c:pt>
                <c:pt idx="171">
                  <c:v>84.706147273179994</c:v>
                </c:pt>
                <c:pt idx="172">
                  <c:v>84.422420923930005</c:v>
                </c:pt>
                <c:pt idx="173">
                  <c:v>83.78403663812</c:v>
                </c:pt>
                <c:pt idx="174">
                  <c:v>82.705190209039998</c:v>
                </c:pt>
                <c:pt idx="175">
                  <c:v>81.745422620900001</c:v>
                </c:pt>
                <c:pt idx="176">
                  <c:v>77.83964961817</c:v>
                </c:pt>
                <c:pt idx="177">
                  <c:v>77.732315892640003</c:v>
                </c:pt>
                <c:pt idx="178">
                  <c:v>75.042712872829995</c:v>
                </c:pt>
                <c:pt idx="179">
                  <c:v>72.627905574500005</c:v>
                </c:pt>
                <c:pt idx="180">
                  <c:v>72.275573404849993</c:v>
                </c:pt>
                <c:pt idx="181">
                  <c:v>70.935763976770005</c:v>
                </c:pt>
                <c:pt idx="182">
                  <c:v>72.725842118000003</c:v>
                </c:pt>
                <c:pt idx="183">
                  <c:v>72.212884931120001</c:v>
                </c:pt>
                <c:pt idx="184">
                  <c:v>67.816830163640006</c:v>
                </c:pt>
                <c:pt idx="185">
                  <c:v>68.242463535439995</c:v>
                </c:pt>
                <c:pt idx="186">
                  <c:v>71.958505101919997</c:v>
                </c:pt>
                <c:pt idx="187">
                  <c:v>78.254439603099996</c:v>
                </c:pt>
                <c:pt idx="188">
                  <c:v>79.598975038549995</c:v>
                </c:pt>
                <c:pt idx="189">
                  <c:v>79.776018089649995</c:v>
                </c:pt>
                <c:pt idx="190">
                  <c:v>80.015066567420007</c:v>
                </c:pt>
                <c:pt idx="191">
                  <c:v>81.486027742239997</c:v>
                </c:pt>
                <c:pt idx="192">
                  <c:v>86.169961047819996</c:v>
                </c:pt>
                <c:pt idx="193">
                  <c:v>105.40850987147</c:v>
                </c:pt>
                <c:pt idx="194">
                  <c:v>111.34130941277</c:v>
                </c:pt>
                <c:pt idx="195">
                  <c:v>110.22171376656</c:v>
                </c:pt>
                <c:pt idx="196">
                  <c:v>116.71356304587999</c:v>
                </c:pt>
                <c:pt idx="197">
                  <c:v>135.52292685902</c:v>
                </c:pt>
                <c:pt idx="198">
                  <c:v>153.04351839274</c:v>
                </c:pt>
                <c:pt idx="199">
                  <c:v>159.47205225677999</c:v>
                </c:pt>
                <c:pt idx="200">
                  <c:v>160.70982363293001</c:v>
                </c:pt>
                <c:pt idx="201">
                  <c:v>205.52768747217999</c:v>
                </c:pt>
                <c:pt idx="202">
                  <c:v>240.01298018969999</c:v>
                </c:pt>
                <c:pt idx="203">
                  <c:v>243.54553505383001</c:v>
                </c:pt>
                <c:pt idx="204">
                  <c:v>234.71371880052999</c:v>
                </c:pt>
                <c:pt idx="205">
                  <c:v>220.68307368837</c:v>
                </c:pt>
                <c:pt idx="206">
                  <c:v>257.68080411925001</c:v>
                </c:pt>
                <c:pt idx="207">
                  <c:v>293.72620755679998</c:v>
                </c:pt>
                <c:pt idx="208">
                  <c:v>259.92346497495998</c:v>
                </c:pt>
                <c:pt idx="209">
                  <c:v>252.96807184635</c:v>
                </c:pt>
                <c:pt idx="210">
                  <c:v>240.38059208640999</c:v>
                </c:pt>
                <c:pt idx="211">
                  <c:v>229.62608492721</c:v>
                </c:pt>
                <c:pt idx="212">
                  <c:v>232.72306502517</c:v>
                </c:pt>
                <c:pt idx="213">
                  <c:v>217.90065530935999</c:v>
                </c:pt>
                <c:pt idx="214">
                  <c:v>201.86678620782001</c:v>
                </c:pt>
                <c:pt idx="215">
                  <c:v>186.64187671065</c:v>
                </c:pt>
                <c:pt idx="216">
                  <c:v>174.66418152917001</c:v>
                </c:pt>
                <c:pt idx="217">
                  <c:v>163.96145133399</c:v>
                </c:pt>
                <c:pt idx="218">
                  <c:v>158.03962271366001</c:v>
                </c:pt>
                <c:pt idx="219">
                  <c:v>155.97461761129</c:v>
                </c:pt>
                <c:pt idx="220">
                  <c:v>152.47222347004001</c:v>
                </c:pt>
                <c:pt idx="221">
                  <c:v>138.29417795264999</c:v>
                </c:pt>
                <c:pt idx="222">
                  <c:v>145.64947689349</c:v>
                </c:pt>
                <c:pt idx="223">
                  <c:v>157.5811001175</c:v>
                </c:pt>
                <c:pt idx="224">
                  <c:v>157.52381276327</c:v>
                </c:pt>
                <c:pt idx="225">
                  <c:v>161.7776388799</c:v>
                </c:pt>
                <c:pt idx="226">
                  <c:v>157.15584430553</c:v>
                </c:pt>
                <c:pt idx="227">
                  <c:v>119.36419171522</c:v>
                </c:pt>
                <c:pt idx="228">
                  <c:v>115.92994014282</c:v>
                </c:pt>
                <c:pt idx="229">
                  <c:v>117.99761755097001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03-449F-80B6-B6279326B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3110208"/>
        <c:axId val="483110536"/>
      </c:lineChart>
      <c:dateAx>
        <c:axId val="483110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[$-409]mmm\-yy;@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110536"/>
        <c:crosses val="autoZero"/>
        <c:auto val="1"/>
        <c:lblOffset val="100"/>
        <c:baseTimeUnit val="months"/>
        <c:majorUnit val="9"/>
        <c:majorTimeUnit val="months"/>
        <c:minorUnit val="10"/>
        <c:minorTimeUnit val="years"/>
      </c:dateAx>
      <c:valAx>
        <c:axId val="483110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BDCE5"/>
              </a:solidFill>
              <a:round/>
            </a:ln>
            <a:effectLst/>
          </c:spPr>
        </c:majorGridlines>
        <c:numFmt formatCode="0" sourceLinked="0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>
            <a:softEdge rad="5080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110208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solidFill>
          <a:schemeClr val="bg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55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3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78FD78-756A-40F3-B7E8-1353D76F0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186" y="594237"/>
            <a:ext cx="2376746" cy="719053"/>
          </a:xfrm>
          <a:prstGeom prst="rect">
            <a:avLst/>
          </a:prstGeom>
        </p:spPr>
      </p:pic>
      <p:pic>
        <p:nvPicPr>
          <p:cNvPr id="7" name="Picture 5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BED8AB77-D2B5-42ED-9435-43D3CBEB1A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85317" y="5856317"/>
            <a:ext cx="2510110" cy="52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B6F371-1322-4D1B-8159-B65C357B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6E8C5F-8886-4374-907E-CE36135610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BBDE04-9B76-4590-B2FF-199A9BD3D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F96F8D9-0126-4553-BF7B-17DB8EB7B2E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1870745"/>
            <a:ext cx="10569630" cy="4161591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9ACBAF-79EC-404D-9BD1-422D7BC21B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</a:t>
            </a:r>
            <a:r>
              <a:rPr lang="en-US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16B35E1-7738-4EDC-AAD2-13B0E6AD8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3169" y="17007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2AFEA5-701F-44BE-A31D-AEF8A1D8E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CA64B4-9F77-43F3-A576-75471FBEBF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67CEB0F-BE9B-4208-9434-112B9EDE19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D971A20-3876-47F9-AE01-B9C7E187F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C29026-B844-40AA-BFDC-BB88C6F42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84371A-159D-404B-BCC8-EFF1ECDF7B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1365600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EEB081-02E4-49BF-B38B-27124E5EEC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08AA81-E8F8-4EE5-A318-BA2063F7E2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6AD7EA4-F7B4-4D68-83BC-DE1C6A7DDD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5F68F11-AE02-40B6-B296-1C440F5B82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C16946-A53A-46B8-AA66-04CF1FAD51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26858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657600" y="1824000"/>
            <a:ext cx="11198400" cy="41232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modelstijlen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  <a:p>
            <a:pPr lvl="1"/>
            <a:r>
              <a:rPr lang="en-GB" noProof="0" dirty="0"/>
              <a:t>Tweede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Derde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Vierde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Vijfde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stijl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488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50" r:id="rId3"/>
    <p:sldLayoutId id="2147483675" r:id="rId4"/>
    <p:sldLayoutId id="2147483683" r:id="rId5"/>
    <p:sldLayoutId id="2147483684" r:id="rId6"/>
    <p:sldLayoutId id="2147483685" r:id="rId7"/>
    <p:sldLayoutId id="2147483671" r:id="rId8"/>
    <p:sldLayoutId id="2147483679" r:id="rId9"/>
    <p:sldLayoutId id="2147483676" r:id="rId10"/>
    <p:sldLayoutId id="2147483669" r:id="rId11"/>
    <p:sldLayoutId id="2147483673" r:id="rId12"/>
    <p:sldLayoutId id="2147483682" r:id="rId13"/>
    <p:sldLayoutId id="2147483656" r:id="rId14"/>
    <p:sldLayoutId id="2147483688" r:id="rId15"/>
    <p:sldLayoutId id="214748368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4" Type="http://schemas.openxmlformats.org/officeDocument/2006/relationships/hyperlink" Target="mailto:riccardo.spada@wur.n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finmar.2008.04.002" TargetMode="External"/><Relationship Id="rId3" Type="http://schemas.openxmlformats.org/officeDocument/2006/relationships/hyperlink" Target="https://doi.org/10.1016/j.jet.2003.12.004" TargetMode="External"/><Relationship Id="rId7" Type="http://schemas.openxmlformats.org/officeDocument/2006/relationships/hyperlink" Target="https://doi.org/10.1111/ajae.12309" TargetMode="External"/><Relationship Id="rId2" Type="http://schemas.openxmlformats.org/officeDocument/2006/relationships/hyperlink" Target="https://doi.org/10.1257/aer.96.4.1069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doi.org/10.2307/1239732" TargetMode="External"/><Relationship Id="rId11" Type="http://schemas.openxmlformats.org/officeDocument/2006/relationships/hyperlink" Target="https://doi.org/10.1007/BF00122574" TargetMode="External"/><Relationship Id="rId5" Type="http://schemas.openxmlformats.org/officeDocument/2006/relationships/hyperlink" Target="https://doi.org/10.1016/0304-4076(78)90006-4" TargetMode="External"/><Relationship Id="rId10" Type="http://schemas.openxmlformats.org/officeDocument/2006/relationships/hyperlink" Target="https://doi.org/10.1126/science.7455683" TargetMode="External"/><Relationship Id="rId4" Type="http://schemas.openxmlformats.org/officeDocument/2006/relationships/hyperlink" Target="https://www.cabidigitallibrary.org/doi/book/10.1079/9781780645742.0000" TargetMode="External"/><Relationship Id="rId9" Type="http://schemas.openxmlformats.org/officeDocument/2006/relationships/hyperlink" Target="https://doi.org/10.22004/ag.econ.3566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1503485"/>
            <a:ext cx="9027407" cy="2409092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Financial tool prototype for farmers’ input price risk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A0041-7DFC-21DE-B679-8C78AF683CEE}"/>
              </a:ext>
            </a:extLst>
          </p:cNvPr>
          <p:cNvSpPr txBox="1"/>
          <p:nvPr/>
        </p:nvSpPr>
        <p:spPr>
          <a:xfrm>
            <a:off x="740846" y="3912577"/>
            <a:ext cx="9467023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" marR="15240">
              <a:spcAft>
                <a:spcPts val="120"/>
              </a:spcAft>
            </a:pP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Riccardo Spada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Emilia Mattsson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Simone Cerroni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Laura Moritz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Jens Rommel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Miranda Meuwissen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Tobias Dalhaus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</a:p>
          <a:p>
            <a:pPr marL="15240" marR="15240">
              <a:spcAft>
                <a:spcPts val="120"/>
              </a:spcAft>
            </a:pPr>
            <a:endParaRPr lang="en-GB" sz="1800" b="1" baseline="30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23/09/2025 – </a:t>
            </a:r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AgEnRes SAB meeting</a:t>
            </a:r>
            <a:b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sz="12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 </a:t>
            </a:r>
            <a:r>
              <a:rPr lang="en-GB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Wageningen University and Research, Wageningen, The Netherlands </a:t>
            </a:r>
          </a:p>
          <a:p>
            <a:pPr marL="15240" marR="15240">
              <a:spcAft>
                <a:spcPts val="120"/>
              </a:spcAft>
            </a:pPr>
            <a:r>
              <a:rPr lang="en-GB" sz="12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 </a:t>
            </a:r>
            <a:r>
              <a:rPr lang="en-GB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Swedish University of Agricultural Sciences, Uppsala, Sweden </a:t>
            </a:r>
          </a:p>
          <a:p>
            <a:pPr marL="15240" marR="15240">
              <a:spcAft>
                <a:spcPts val="120"/>
              </a:spcAft>
            </a:pPr>
            <a:r>
              <a:rPr lang="en-GB" sz="12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 </a:t>
            </a:r>
            <a:r>
              <a:rPr lang="en-GB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University of Trento, Trento, Italy</a:t>
            </a:r>
          </a:p>
          <a:p>
            <a:pPr marL="15240" marR="15240">
              <a:spcAft>
                <a:spcPts val="120"/>
              </a:spcAft>
            </a:pPr>
            <a:endParaRPr lang="en-GB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5437C-F6CA-9E38-7B71-8E567594A4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41" y="5879791"/>
            <a:ext cx="399497" cy="4418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0F363EC4-DC12-F532-2444-7BAC41E7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538" y="5796608"/>
            <a:ext cx="2656257" cy="608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dirty="0">
                <a:effectLst/>
                <a:latin typeface="Sor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work has received funding from the Swiss State Secretariat for Education, Research and Innovation (SERI)</a:t>
            </a:r>
            <a:endParaRPr lang="nl-NL" sz="10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Introduction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817A33D-BCCC-4B72-A80E-AE382D7BAA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1690689"/>
            <a:ext cx="5284815" cy="43416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Fertilizer prices have experienced substantial </a:t>
            </a:r>
            <a:r>
              <a:rPr lang="en-US" sz="2000" b="1" dirty="0"/>
              <a:t>volatility</a:t>
            </a:r>
            <a:r>
              <a:rPr lang="en-US" sz="2000" dirty="0"/>
              <a:t> in the past few decades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Price </a:t>
            </a:r>
            <a:r>
              <a:rPr lang="en-US" sz="2000" b="1" dirty="0"/>
              <a:t>risk management tools </a:t>
            </a:r>
            <a:r>
              <a:rPr lang="en-US" sz="2000" dirty="0"/>
              <a:t>can reduce the financial exposure to price volatility </a:t>
            </a:r>
            <a:r>
              <a:rPr lang="en-US" sz="1200" dirty="0"/>
              <a:t>(Hardaker et al., 2015)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Adoption</a:t>
            </a:r>
            <a:r>
              <a:rPr lang="en-US" sz="2000" b="1" dirty="0"/>
              <a:t> </a:t>
            </a:r>
            <a:r>
              <a:rPr lang="en-US" sz="2000" dirty="0"/>
              <a:t>is below what standard economic theory suggests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Behavioural</a:t>
            </a:r>
            <a:r>
              <a:rPr lang="en-US" sz="2000" b="1" dirty="0"/>
              <a:t> economic </a:t>
            </a:r>
            <a:r>
              <a:rPr lang="en-US" sz="2000" dirty="0"/>
              <a:t>theories might better explain adoption decisions </a:t>
            </a:r>
            <a:r>
              <a:rPr lang="en-US" sz="1200" dirty="0"/>
              <a:t>(Spada et al., n.d.; Mattos et al., 2008)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2584733-7A7E-E8C0-5B0E-69BB59B65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483217"/>
              </p:ext>
            </p:extLst>
          </p:nvPr>
        </p:nvGraphicFramePr>
        <p:xfrm>
          <a:off x="6096000" y="1687009"/>
          <a:ext cx="5606473" cy="264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F825A2-B3DB-FCE3-D630-802FEF66EA21}"/>
              </a:ext>
            </a:extLst>
          </p:cNvPr>
          <p:cNvSpPr txBox="1"/>
          <p:nvPr/>
        </p:nvSpPr>
        <p:spPr>
          <a:xfrm>
            <a:off x="6096000" y="4334609"/>
            <a:ext cx="54219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b="1" dirty="0"/>
              <a:t>Notes</a:t>
            </a:r>
            <a:r>
              <a:rPr lang="en-US" sz="1000" dirty="0"/>
              <a:t>: Monthly indices based on nominal US dollars, 2010=100; Weights used in the World Bank Fertilizer Price Index (in Percent): 16.9 natural phosphate rock, 21.7 phosphate, 20.1 potassium, 41.3 nitrogenous. </a:t>
            </a:r>
          </a:p>
          <a:p>
            <a:pPr algn="just"/>
            <a:r>
              <a:rPr lang="en-US" sz="1000" b="1" dirty="0"/>
              <a:t>Source</a:t>
            </a:r>
            <a:r>
              <a:rPr lang="en-US" sz="1000" dirty="0"/>
              <a:t>: World Bank monthly commodity prices data "Pink Sheet" March 2024</a:t>
            </a:r>
          </a:p>
        </p:txBody>
      </p:sp>
    </p:spTree>
    <p:extLst>
      <p:ext uri="{BB962C8B-B14F-4D97-AF65-F5344CB8AC3E}">
        <p14:creationId xmlns:p14="http://schemas.microsoft.com/office/powerpoint/2010/main" val="366535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Objectives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A4F9B-A4B1-D770-04D6-9A9DB17E81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1870746"/>
            <a:ext cx="10569630" cy="175168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Adjust contract specifics </a:t>
            </a:r>
            <a:r>
              <a:rPr lang="en-US" sz="2000" dirty="0"/>
              <a:t>of fertilizer contracts to better fit farmers' </a:t>
            </a:r>
            <a:r>
              <a:rPr lang="en-US" sz="2000" dirty="0" err="1"/>
              <a:t>behavioural</a:t>
            </a:r>
            <a:r>
              <a:rPr lang="en-US" sz="2000" dirty="0"/>
              <a:t> preferences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Show how contract adjustments potentially affect farmers utility under different </a:t>
            </a:r>
            <a:r>
              <a:rPr lang="en-US" sz="2000" b="1" dirty="0"/>
              <a:t>decision theories</a:t>
            </a:r>
            <a:r>
              <a:rPr lang="en-US" sz="2000" dirty="0"/>
              <a:t> and different </a:t>
            </a:r>
            <a:r>
              <a:rPr lang="en-US" sz="2000" b="1" dirty="0"/>
              <a:t>framing</a:t>
            </a:r>
          </a:p>
          <a:p>
            <a:pPr lvl="1" indent="0">
              <a:buNone/>
            </a:pPr>
            <a:endParaRPr lang="en-US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0534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Economic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811185" y="1870745"/>
                <a:ext cx="4543330" cy="485073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farmer profits: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𝑝𝑦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b="1" dirty="0">
                    <a:latin typeface="Arial" panose="020B0604020202020204" pitchFamily="34" charset="0"/>
                  </a:rPr>
                  <a:t>S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pot price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GB" sz="1600" i="1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US" sz="1800" b="1" dirty="0">
                    <a:latin typeface="Arial" panose="020B0604020202020204" pitchFamily="34" charset="0"/>
                  </a:rPr>
                  <a:t>F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orward contract</a:t>
                </a:r>
                <a:r>
                  <a:rPr lang="en-US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suppliers:</a:t>
                </a:r>
                <a:endParaRPr lang="en-US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nl-NL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1800" dirty="0"/>
                  <a:t>: output price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: fertilizer price</a:t>
                </a:r>
              </a:p>
              <a:p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𝑦: </a:t>
                </a:r>
                <a:r>
                  <a:rPr lang="nl-NL" sz="1800" dirty="0" err="1">
                    <a:ea typeface="Times New Roman" panose="02020603050405020304" pitchFamily="18" charset="0"/>
                    <a:cs typeface="Calibri" panose="020F0502020204030204" pitchFamily="34" charset="0"/>
                  </a:rPr>
                  <a:t>expected</a:t>
                </a:r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nl-NL" sz="1800" dirty="0" err="1">
                    <a:ea typeface="Times New Roman" panose="02020603050405020304" pitchFamily="18" charset="0"/>
                    <a:cs typeface="Calibri" panose="020F0502020204030204" pitchFamily="34" charset="0"/>
                  </a:rPr>
                  <a:t>yield</a:t>
                </a:r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nl-NL" sz="180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sz="1800" dirty="0"/>
                  <a:t>: fertilizer quantity</a:t>
                </a:r>
                <a:endParaRPr lang="en-GB" sz="1800" dirty="0"/>
              </a:p>
              <a:p>
                <a:endParaRPr lang="en-US" sz="1600" dirty="0"/>
              </a:p>
              <a:p>
                <a:pPr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811185" y="1870745"/>
                <a:ext cx="4543330" cy="4850730"/>
              </a:xfrm>
              <a:blipFill>
                <a:blip r:embed="rId2"/>
                <a:stretch>
                  <a:fillRect l="-3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1" name="Picture 10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0EB65429-0C01-8D26-7EFE-1546B76E5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941" y="2281223"/>
            <a:ext cx="7173606" cy="229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5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contract</a:t>
            </a:r>
            <a:r>
              <a:rPr lang="de-DE" dirty="0"/>
              <a:t>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303185" y="1521068"/>
                <a:ext cx="5377948" cy="4511267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>
                    <a:latin typeface="Arial" panose="020B0604020202020204" pitchFamily="34" charset="0"/>
                  </a:rPr>
                  <a:t>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ntroducing an “insurance” mechanism that sets a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price ceiling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fertilizer price is above a certain threshold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a payoff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Π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ensure that the fertilizer price would be capped: </a:t>
                </a:r>
                <a:endParaRPr lang="nl-NL" sz="18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nl-NL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8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max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nl-NL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nl-NL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nl-NL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GB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,0</m:t>
                    </m:r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case, the contract is not free to enter: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GB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Γ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nl-NL" sz="18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303185" y="1521068"/>
                <a:ext cx="5377948" cy="4511267"/>
              </a:xfrm>
              <a:blipFill>
                <a:blip r:embed="rId2"/>
                <a:stretch>
                  <a:fillRect l="-2948" t="-676" r="-2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2">
                <a:extLst>
                  <a:ext uri="{FF2B5EF4-FFF2-40B4-BE49-F238E27FC236}">
                    <a16:creationId xmlns:a16="http://schemas.microsoft.com/office/drawing/2014/main" id="{B9DCF942-2CA1-AA72-802B-82C9D1CD1A8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41883890"/>
                  </p:ext>
                </p:extLst>
              </p:nvPr>
            </p:nvGraphicFramePr>
            <p:xfrm>
              <a:off x="6011333" y="2515719"/>
              <a:ext cx="5877482" cy="2986720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1474812">
                      <a:extLst>
                        <a:ext uri="{9D8B030D-6E8A-4147-A177-3AD203B41FA5}">
                          <a16:colId xmlns:a16="http://schemas.microsoft.com/office/drawing/2014/main" val="4091072263"/>
                        </a:ext>
                      </a:extLst>
                    </a:gridCol>
                    <a:gridCol w="905934">
                      <a:extLst>
                        <a:ext uri="{9D8B030D-6E8A-4147-A177-3AD203B41FA5}">
                          <a16:colId xmlns:a16="http://schemas.microsoft.com/office/drawing/2014/main" val="2608454315"/>
                        </a:ext>
                      </a:extLst>
                    </a:gridCol>
                    <a:gridCol w="1557866">
                      <a:extLst>
                        <a:ext uri="{9D8B030D-6E8A-4147-A177-3AD203B41FA5}">
                          <a16:colId xmlns:a16="http://schemas.microsoft.com/office/drawing/2014/main" val="3343510589"/>
                        </a:ext>
                      </a:extLst>
                    </a:gridCol>
                    <a:gridCol w="1938870">
                      <a:extLst>
                        <a:ext uri="{9D8B030D-6E8A-4147-A177-3AD203B41FA5}">
                          <a16:colId xmlns:a16="http://schemas.microsoft.com/office/drawing/2014/main" val="1253256423"/>
                        </a:ext>
                      </a:extLst>
                    </a:gridCol>
                  </a:tblGrid>
                  <a:tr h="32942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 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80808"/>
                              </a:solidFill>
                              <a:effectLst/>
                            </a:rPr>
                            <a:t>Spot price</a:t>
                          </a:r>
                          <a:endParaRPr lang="en-GB" sz="1800" dirty="0">
                            <a:solidFill>
                              <a:srgbClr val="080808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effectLst/>
                            </a:rPr>
                            <a:t>Forward contract</a:t>
                          </a:r>
                          <a:endParaRPr lang="en-GB" sz="18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02060"/>
                              </a:solidFill>
                              <a:effectLst/>
                            </a:rPr>
                            <a:t>Adjusted contract</a:t>
                          </a:r>
                          <a:endParaRPr lang="en-GB" sz="1800" dirty="0">
                            <a:solidFill>
                              <a:srgbClr val="002060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9046198"/>
                      </a:ext>
                    </a:extLst>
                  </a:tr>
                  <a:tr h="6337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Fertilizer cost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GB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GB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 smtClean="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     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&gt;</m:t>
                                        </m:r>
                                        <m:r>
                                          <a:rPr lang="en-US" sz="1200" smtClean="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nl-NL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nl-NL" sz="1200" smtClean="0"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53155465"/>
                      </a:ext>
                    </a:extLst>
                  </a:tr>
                  <a:tr h="5905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Contract cost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𝛤</m:t>
                                </m:r>
                              </m:oMath>
                            </m:oMathPara>
                          </a14:m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77878604"/>
                      </a:ext>
                    </a:extLst>
                  </a:tr>
                  <a:tr h="7310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Mechanism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Price fixing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Price ceiling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92567093"/>
                      </a:ext>
                    </a:extLst>
                  </a:tr>
                  <a:tr h="6474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Behavior targeted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Risk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Downside risk aversion/ Loss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757551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Content Placeholder 2">
                <a:extLst>
                  <a:ext uri="{FF2B5EF4-FFF2-40B4-BE49-F238E27FC236}">
                    <a16:creationId xmlns:a16="http://schemas.microsoft.com/office/drawing/2014/main" id="{B9DCF942-2CA1-AA72-802B-82C9D1CD1A8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41883890"/>
                  </p:ext>
                </p:extLst>
              </p:nvPr>
            </p:nvGraphicFramePr>
            <p:xfrm>
              <a:off x="6011333" y="2515719"/>
              <a:ext cx="5877482" cy="2986720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1474812">
                      <a:extLst>
                        <a:ext uri="{9D8B030D-6E8A-4147-A177-3AD203B41FA5}">
                          <a16:colId xmlns:a16="http://schemas.microsoft.com/office/drawing/2014/main" val="4091072263"/>
                        </a:ext>
                      </a:extLst>
                    </a:gridCol>
                    <a:gridCol w="905934">
                      <a:extLst>
                        <a:ext uri="{9D8B030D-6E8A-4147-A177-3AD203B41FA5}">
                          <a16:colId xmlns:a16="http://schemas.microsoft.com/office/drawing/2014/main" val="2608454315"/>
                        </a:ext>
                      </a:extLst>
                    </a:gridCol>
                    <a:gridCol w="1557866">
                      <a:extLst>
                        <a:ext uri="{9D8B030D-6E8A-4147-A177-3AD203B41FA5}">
                          <a16:colId xmlns:a16="http://schemas.microsoft.com/office/drawing/2014/main" val="3343510589"/>
                        </a:ext>
                      </a:extLst>
                    </a:gridCol>
                    <a:gridCol w="1938870">
                      <a:extLst>
                        <a:ext uri="{9D8B030D-6E8A-4147-A177-3AD203B41FA5}">
                          <a16:colId xmlns:a16="http://schemas.microsoft.com/office/drawing/2014/main" val="1253256423"/>
                        </a:ext>
                      </a:extLst>
                    </a:gridCol>
                  </a:tblGrid>
                  <a:tr h="32942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 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80808"/>
                              </a:solidFill>
                              <a:effectLst/>
                            </a:rPr>
                            <a:t>Spot price</a:t>
                          </a:r>
                          <a:endParaRPr lang="en-GB" sz="1800" dirty="0">
                            <a:solidFill>
                              <a:srgbClr val="080808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effectLst/>
                            </a:rPr>
                            <a:t>Forward contract</a:t>
                          </a:r>
                          <a:endParaRPr lang="en-GB" sz="18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solidFill>
                                <a:srgbClr val="002060"/>
                              </a:solidFill>
                              <a:effectLst/>
                            </a:rPr>
                            <a:t>Adjusted contract</a:t>
                          </a:r>
                          <a:endParaRPr lang="en-GB" sz="1800" dirty="0">
                            <a:solidFill>
                              <a:srgbClr val="002060"/>
                            </a:solidFill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59046198"/>
                      </a:ext>
                    </a:extLst>
                  </a:tr>
                  <a:tr h="68821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Fertilizer cost</a:t>
                          </a:r>
                          <a:endParaRPr lang="en-GB" sz="18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3087" t="-48673" r="-386577" b="-290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3125" t="-48673" r="-125000" b="-290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3774" t="-48673" r="-629" b="-2902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3155465"/>
                      </a:ext>
                    </a:extLst>
                  </a:tr>
                  <a:tr h="5905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Contract cost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Na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3774" t="-173196" r="-629" b="-2381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7878604"/>
                      </a:ext>
                    </a:extLst>
                  </a:tr>
                  <a:tr h="7310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Mechanism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Price fixing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Price ceiling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92567093"/>
                      </a:ext>
                    </a:extLst>
                  </a:tr>
                  <a:tr h="6474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Behavior targeted</a:t>
                          </a:r>
                          <a:endParaRPr lang="en-GB" sz="180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>
                              <a:effectLst/>
                            </a:rPr>
                            <a:t>Na</a:t>
                          </a:r>
                          <a:endParaRPr lang="en-GB" sz="1800" i="1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Risk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i="1" dirty="0">
                              <a:effectLst/>
                            </a:rPr>
                            <a:t>Downside risk aversion/ Loss aversion</a:t>
                          </a:r>
                          <a:endParaRPr lang="en-GB" sz="1800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757551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0A4BEA9-A955-2053-7FEA-F165A4CC836A}"/>
              </a:ext>
            </a:extLst>
          </p:cNvPr>
          <p:cNvSpPr txBox="1"/>
          <p:nvPr/>
        </p:nvSpPr>
        <p:spPr>
          <a:xfrm>
            <a:off x="5952069" y="2099708"/>
            <a:ext cx="593674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</a:rPr>
              <a:t>Table 1</a:t>
            </a:r>
            <a:r>
              <a:rPr lang="en-US" sz="1600" dirty="0">
                <a:latin typeface="Arial" panose="020B0604020202020204" pitchFamily="34" charset="0"/>
              </a:rPr>
              <a:t>. Overview of traditional and adjusted contract design</a:t>
            </a:r>
          </a:p>
        </p:txBody>
      </p:sp>
    </p:spTree>
    <p:extLst>
      <p:ext uri="{BB962C8B-B14F-4D97-AF65-F5344CB8AC3E}">
        <p14:creationId xmlns:p14="http://schemas.microsoft.com/office/powerpoint/2010/main" val="359491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contract</a:t>
            </a:r>
            <a:r>
              <a:rPr lang="de-DE" dirty="0"/>
              <a:t>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C21A5-6273-D0F8-0204-F1B5EDA46BCF}"/>
              </a:ext>
            </a:extLst>
          </p:cNvPr>
          <p:cNvSpPr txBox="1"/>
          <p:nvPr/>
        </p:nvSpPr>
        <p:spPr>
          <a:xfrm>
            <a:off x="3536040" y="5575865"/>
            <a:ext cx="511992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</a:rPr>
              <a:t>Figure 2</a:t>
            </a:r>
            <a:r>
              <a:rPr lang="en-US" sz="1600" dirty="0">
                <a:latin typeface="Arial" panose="020B0604020202020204" pitchFamily="34" charset="0"/>
              </a:rPr>
              <a:t>. </a:t>
            </a:r>
            <a:r>
              <a:rPr lang="en-US" sz="1600" dirty="0"/>
              <a:t>Payoff diagram for fertilizer price contracts</a:t>
            </a:r>
            <a:endParaRPr lang="en-US" sz="1600" dirty="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19EC3F-214E-8539-94BA-32862F894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075" y="1402450"/>
            <a:ext cx="6495850" cy="4053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81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black logo&#10;&#10;Description automatically generated">
            <a:extLst>
              <a:ext uri="{FF2B5EF4-FFF2-40B4-BE49-F238E27FC236}">
                <a16:creationId xmlns:a16="http://schemas.microsoft.com/office/drawing/2014/main" id="{8B05A555-00B8-4637-98D3-2C6B8A76E4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893" y="702584"/>
            <a:ext cx="1218596" cy="1316719"/>
          </a:xfrm>
          <a:prstGeom prst="rect">
            <a:avLst/>
          </a:prstGeom>
        </p:spPr>
      </p:pic>
      <p:sp>
        <p:nvSpPr>
          <p:cNvPr id="2" name="Company…">
            <a:extLst>
              <a:ext uri="{FF2B5EF4-FFF2-40B4-BE49-F238E27FC236}">
                <a16:creationId xmlns:a16="http://schemas.microsoft.com/office/drawing/2014/main" id="{C08D2010-BCC6-E281-5FA2-59D4AA33C44D}"/>
              </a:ext>
            </a:extLst>
          </p:cNvPr>
          <p:cNvSpPr txBox="1"/>
          <p:nvPr/>
        </p:nvSpPr>
        <p:spPr>
          <a:xfrm>
            <a:off x="2774559" y="3150438"/>
            <a:ext cx="6642882" cy="884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>
              <a:defRPr sz="5500" b="0">
                <a:solidFill>
                  <a:srgbClr val="30353E"/>
                </a:solidFill>
                <a:latin typeface="Aileron Heavy"/>
                <a:ea typeface="Aileron Heavy"/>
                <a:cs typeface="Aileron Heavy"/>
                <a:sym typeface="Aileron Heavy"/>
              </a:defRPr>
            </a:pPr>
            <a:endParaRPr sz="5750" dirty="0">
              <a:solidFill>
                <a:schemeClr val="tx2"/>
              </a:solidFill>
              <a:latin typeface="Hedvig Letters Serif 24pt" pitchFamily="2" charset="0"/>
              <a:ea typeface="Inter ExtraBold" panose="020005030000000200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40B081-9833-C59F-7A53-9095EC1A5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20" y="5994125"/>
            <a:ext cx="9073960" cy="5024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54A109-F731-F88C-3BC2-FEC0AC9FA620}"/>
              </a:ext>
            </a:extLst>
          </p:cNvPr>
          <p:cNvSpPr txBox="1"/>
          <p:nvPr/>
        </p:nvSpPr>
        <p:spPr>
          <a:xfrm>
            <a:off x="1559020" y="4917051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Riccardo Spada</a:t>
            </a:r>
          </a:p>
          <a:p>
            <a:r>
              <a:rPr lang="it-IT" dirty="0">
                <a:hlinkClick r:id="rId4"/>
              </a:rPr>
              <a:t>riccardo.spada@wur.nl</a:t>
            </a:r>
            <a:r>
              <a:rPr lang="it-IT" dirty="0"/>
              <a:t> </a:t>
            </a:r>
          </a:p>
        </p:txBody>
      </p:sp>
      <p:sp>
        <p:nvSpPr>
          <p:cNvPr id="21" name="Title 10">
            <a:extLst>
              <a:ext uri="{FF2B5EF4-FFF2-40B4-BE49-F238E27FC236}">
                <a16:creationId xmlns:a16="http://schemas.microsoft.com/office/drawing/2014/main" id="{9D5C48EF-7DEA-F3D1-9B76-D874285C58F1}"/>
              </a:ext>
            </a:extLst>
          </p:cNvPr>
          <p:cNvSpPr txBox="1">
            <a:spLocks/>
          </p:cNvSpPr>
          <p:nvPr/>
        </p:nvSpPr>
        <p:spPr>
          <a:xfrm>
            <a:off x="1559020" y="2652463"/>
            <a:ext cx="10002589" cy="365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05312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8579000" cy="688081"/>
          </a:xfrm>
        </p:spPr>
        <p:txBody>
          <a:bodyPr anchor="b"/>
          <a:lstStyle/>
          <a:p>
            <a:r>
              <a:rPr lang="en-US" sz="4000" dirty="0">
                <a:solidFill>
                  <a:schemeClr val="tx1"/>
                </a:solidFill>
              </a:rPr>
              <a:t>Methodology and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450F-A8E5-8B7F-1C54-79C081010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185" y="1819705"/>
            <a:ext cx="10478138" cy="4901770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Nitrogen-yield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Crop simulation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Stochastic production function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(Just &amp; Pope 1978; 1979) </a:t>
            </a: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 prices – Yield prices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Quantile Vector Autoregression (QVAR)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(Li &amp; </a:t>
            </a:r>
            <a:r>
              <a:rPr lang="en-US" sz="1200" b="0" dirty="0" err="1">
                <a:solidFill>
                  <a:schemeClr val="tx1"/>
                </a:solidFill>
                <a:latin typeface="+mn-lt"/>
              </a:rPr>
              <a:t>Chavas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, 2023)</a:t>
            </a: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Contract pricing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Burn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Price Data</a:t>
            </a:r>
          </a:p>
          <a:p>
            <a:r>
              <a:rPr lang="en-US" sz="2000" b="0" dirty="0">
                <a:solidFill>
                  <a:schemeClr val="tx1"/>
                </a:solidFill>
                <a:latin typeface="+mn-lt"/>
              </a:rPr>
              <a:t>Farm-level data Cologne Bay area (North Rhine-Westphalia region, Germany)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Fertilizer: Calcium Ammonium Nitrate, bi-weekly (2007-2025)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Crop: Wheat, bi-weekly (2007-2025)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177AF-B4F3-4196-8C04-891E62991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9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8579000" cy="688081"/>
          </a:xfrm>
        </p:spPr>
        <p:txBody>
          <a:bodyPr anchor="b"/>
          <a:lstStyle/>
          <a:p>
            <a:r>
              <a:rPr lang="en-US" sz="4000" dirty="0">
                <a:solidFill>
                  <a:schemeClr val="tx1"/>
                </a:solidFill>
              </a:rPr>
              <a:t>Methodology and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450F-A8E5-8B7F-1C54-79C081010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185" y="1819705"/>
            <a:ext cx="10478138" cy="4536645"/>
          </a:xfrm>
        </p:spPr>
        <p:txBody>
          <a:bodyPr/>
          <a:lstStyle/>
          <a:p>
            <a:r>
              <a:rPr lang="en-US" sz="2000" b="0" dirty="0" err="1">
                <a:solidFill>
                  <a:schemeClr val="tx1"/>
                </a:solidFill>
                <a:latin typeface="+mn-lt"/>
              </a:rPr>
              <a:t>Montecarlo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 simulation of farmers utility under different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decision theories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chemeClr val="tx1"/>
                </a:solidFill>
                <a:latin typeface="+mn-lt"/>
              </a:rPr>
              <a:t>Expected Utility Theory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latin typeface="+mn-lt"/>
              </a:rPr>
              <a:t>Cumulative Prospect Theory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(Tversky and Kahneman, 1992) </a:t>
            </a:r>
            <a:endParaRPr lang="en-US" b="0" dirty="0">
              <a:latin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chemeClr val="tx1"/>
                </a:solidFill>
                <a:latin typeface="+mn-lt"/>
              </a:rPr>
              <a:t>Decision-making under ambiguity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200" b="0" dirty="0">
                <a:solidFill>
                  <a:schemeClr val="tx1"/>
                </a:solidFill>
                <a:latin typeface="+mn-lt"/>
              </a:rPr>
              <a:t>(Knight, 1921; Ghirardato et al., 2004)</a:t>
            </a:r>
            <a:endParaRPr lang="en-US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b="0" dirty="0">
                <a:solidFill>
                  <a:schemeClr val="tx1"/>
                </a:solidFill>
                <a:latin typeface="+mn-lt"/>
              </a:rPr>
              <a:t>and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framing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latin typeface="+mn-lt"/>
              </a:rPr>
              <a:t>Broad framing</a:t>
            </a:r>
            <a:r>
              <a:rPr lang="en-US" b="0" dirty="0">
                <a:latin typeface="+mn-lt"/>
              </a:rPr>
              <a:t>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risky choices are considered in conjunction with other risks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utility is defined over total wealth or profits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input contracting as a tool for risk management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latin typeface="+mn-lt"/>
              </a:rPr>
              <a:t>Narrow framing</a:t>
            </a:r>
            <a:r>
              <a:rPr lang="en-US" b="0" dirty="0">
                <a:latin typeface="+mn-lt"/>
              </a:rPr>
              <a:t> </a:t>
            </a:r>
            <a:r>
              <a:rPr lang="en-US" sz="1200" b="0" dirty="0">
                <a:latin typeface="+mn-lt"/>
              </a:rPr>
              <a:t>(</a:t>
            </a:r>
            <a:r>
              <a:rPr lang="en-US" sz="1200" b="0" dirty="0" err="1">
                <a:latin typeface="+mn-lt"/>
              </a:rPr>
              <a:t>Barberis</a:t>
            </a:r>
            <a:r>
              <a:rPr lang="en-US" sz="1200" b="0" dirty="0">
                <a:latin typeface="+mn-lt"/>
              </a:rPr>
              <a:t> et al., 2006)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risky choices considered separately from other risks 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utility is narrowly defined</a:t>
            </a:r>
          </a:p>
          <a:p>
            <a:pPr marL="1485900" lvl="2" indent="-342900"/>
            <a:r>
              <a:rPr lang="en-US" sz="1600" b="0" dirty="0">
                <a:latin typeface="+mn-lt"/>
              </a:rPr>
              <a:t>input contracting as a stand-alone investment</a:t>
            </a:r>
          </a:p>
          <a:p>
            <a:pPr marL="1485900" lvl="2" indent="-342900"/>
            <a:endParaRPr lang="en-US" b="0" dirty="0">
              <a:latin typeface="+mn-lt"/>
            </a:endParaRP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177AF-B4F3-4196-8C04-891E62991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9D422C-E065-3C2B-9EBA-2A942F38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nl-NL" sz="3000" dirty="0">
                <a:solidFill>
                  <a:schemeClr val="accent6">
                    <a:lumMod val="10000"/>
                  </a:schemeClr>
                </a:solidFill>
                <a:latin typeface="Helvetica Neue"/>
                <a:sym typeface="Helvetica Neue"/>
              </a:rPr>
              <a:t>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1B258-AA4D-4C5C-D5BE-838E3185F9B7}"/>
              </a:ext>
            </a:extLst>
          </p:cNvPr>
          <p:cNvSpPr txBox="1"/>
          <p:nvPr/>
        </p:nvSpPr>
        <p:spPr>
          <a:xfrm>
            <a:off x="914400" y="2879208"/>
            <a:ext cx="11277600" cy="8822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endParaRPr lang="en-US" sz="2700" dirty="0">
              <a:solidFill>
                <a:srgbClr val="404040"/>
              </a:solidFill>
              <a:latin typeface="arial" panose="020B0604020202020204" pitchFamily="34" charset="0"/>
            </a:endParaRPr>
          </a:p>
          <a:p>
            <a:pPr algn="ctr" defTabSz="412750" hangingPunct="0"/>
            <a:endParaRPr lang="nl-NL" sz="2700" b="1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199B6-ECCC-183A-2D8F-4A117542927A}"/>
              </a:ext>
            </a:extLst>
          </p:cNvPr>
          <p:cNvSpPr txBox="1">
            <a:spLocks/>
          </p:cNvSpPr>
          <p:nvPr/>
        </p:nvSpPr>
        <p:spPr>
          <a:xfrm>
            <a:off x="811185" y="468249"/>
            <a:ext cx="8579000" cy="6880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DFEF3-5F1F-909F-3782-B9872F5F400D}"/>
              </a:ext>
            </a:extLst>
          </p:cNvPr>
          <p:cNvSpPr txBox="1"/>
          <p:nvPr/>
        </p:nvSpPr>
        <p:spPr>
          <a:xfrm>
            <a:off x="548692" y="1310054"/>
            <a:ext cx="10893669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>
                <a:effectLst/>
              </a:rPr>
              <a:t>Barberis</a:t>
            </a:r>
            <a:r>
              <a:rPr lang="en-US" sz="1400" dirty="0">
                <a:effectLst/>
              </a:rPr>
              <a:t>, N., Huang, M., &amp; Thaler, R. H. (2006). Individual Preferences, Monetary Gambles, and Stock Market Participation: A Case for Narrow Framing. American Economic Review, 96(4), 1069–1090. </a:t>
            </a:r>
            <a:r>
              <a:rPr lang="en-US" sz="1400" dirty="0">
                <a:effectLst/>
                <a:hlinkClick r:id="rId2"/>
              </a:rPr>
              <a:t>https://doi.org/10.1257/aer.96.4.1069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</a:rPr>
              <a:t>Ghirardato, P., </a:t>
            </a:r>
            <a:r>
              <a:rPr lang="en-GB" sz="1400" dirty="0" err="1">
                <a:effectLst/>
              </a:rPr>
              <a:t>Maccheroni</a:t>
            </a:r>
            <a:r>
              <a:rPr lang="en-GB" sz="1400" dirty="0">
                <a:effectLst/>
              </a:rPr>
              <a:t>, F., &amp; </a:t>
            </a:r>
            <a:r>
              <a:rPr lang="en-GB" sz="1400" dirty="0" err="1">
                <a:effectLst/>
              </a:rPr>
              <a:t>Marinacci</a:t>
            </a:r>
            <a:r>
              <a:rPr lang="en-GB" sz="1400" dirty="0">
                <a:effectLst/>
              </a:rPr>
              <a:t>, M. (2004). Differentiating ambiguity and ambiguity attitude. </a:t>
            </a:r>
            <a:r>
              <a:rPr lang="en-GB" sz="1400" i="1" dirty="0">
                <a:effectLst/>
              </a:rPr>
              <a:t>Journal of Economic Theory</a:t>
            </a:r>
            <a:r>
              <a:rPr lang="en-GB" sz="1400" dirty="0">
                <a:effectLst/>
              </a:rPr>
              <a:t>, </a:t>
            </a:r>
            <a:r>
              <a:rPr lang="en-GB" sz="1400" i="1" dirty="0">
                <a:effectLst/>
              </a:rPr>
              <a:t>118</a:t>
            </a:r>
            <a:r>
              <a:rPr lang="en-GB" sz="1400" dirty="0">
                <a:effectLst/>
              </a:rPr>
              <a:t>(2), 133–173. </a:t>
            </a:r>
            <a:r>
              <a:rPr lang="en-GB" sz="1400" dirty="0">
                <a:effectLst/>
                <a:hlinkClick r:id="rId3"/>
              </a:rPr>
              <a:t>https://doi.org/10.1016/j.jet.2003.12.004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Hardaker, J. B., </a:t>
            </a:r>
            <a:r>
              <a:rPr lang="en-US" sz="1400" dirty="0" err="1">
                <a:effectLst/>
              </a:rPr>
              <a:t>Huirne</a:t>
            </a:r>
            <a:r>
              <a:rPr lang="en-US" sz="1400" dirty="0">
                <a:effectLst/>
              </a:rPr>
              <a:t>, R. B. M., Anderson, J. R., &amp; Lien, G. (2015). </a:t>
            </a:r>
            <a:r>
              <a:rPr lang="en-US" sz="1400" i="1" dirty="0">
                <a:effectLst/>
              </a:rPr>
              <a:t>Coping With Risk in Agriculture</a:t>
            </a:r>
            <a:r>
              <a:rPr lang="en-US" sz="1400" dirty="0">
                <a:effectLst/>
              </a:rPr>
              <a:t> (3rd ed.). CABI Publishing. </a:t>
            </a:r>
            <a:r>
              <a:rPr lang="en-US" sz="1400" dirty="0">
                <a:effectLst/>
                <a:hlinkClick r:id="rId4"/>
              </a:rPr>
              <a:t>https://www.cabidigitallibrary.org/doi/book/10.1079/9781780645742.0000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(1978). Stochastic specification of production functions and economic implications. Journal of Econometrics, 7(1), 67–86. </a:t>
            </a:r>
            <a:r>
              <a:rPr lang="en-US" sz="1400" dirty="0">
                <a:effectLst/>
                <a:hlinkClick r:id="rId5"/>
              </a:rPr>
              <a:t>https://doi.org/10.1016/0304-4076(78)90006-4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(1979). Production Function Estimation and Related Risk Considerations. American Journal of Agricultural Economics, 61(2), 276–284. </a:t>
            </a:r>
            <a:r>
              <a:rPr lang="en-US" sz="1400" dirty="0">
                <a:effectLst/>
                <a:hlinkClick r:id="rId6"/>
              </a:rPr>
              <a:t>https://doi.org/10.2307/1239732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Knight, F. H. (1921). </a:t>
            </a:r>
            <a:r>
              <a:rPr lang="en-US" sz="1400" i="1" dirty="0">
                <a:effectLst/>
              </a:rPr>
              <a:t>Risk, uncertainty and profit</a:t>
            </a:r>
            <a:r>
              <a:rPr lang="en-US" sz="1400" dirty="0">
                <a:effectLst/>
              </a:rPr>
              <a:t> (Vol. 31). Houghton Mifflin.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Li, J., &amp; </a:t>
            </a:r>
            <a:r>
              <a:rPr lang="en-US" sz="1400" dirty="0" err="1">
                <a:effectLst/>
              </a:rPr>
              <a:t>Chavas</a:t>
            </a:r>
            <a:r>
              <a:rPr lang="en-US" sz="1400" dirty="0">
                <a:effectLst/>
              </a:rPr>
              <a:t>, J.P. (2023). A dynamic analysis of the distribution of commodity futures and spot prices. </a:t>
            </a:r>
            <a:r>
              <a:rPr lang="en-US" sz="1400" i="1" dirty="0">
                <a:effectLst/>
              </a:rPr>
              <a:t>American Journal of Agricultural Economics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105</a:t>
            </a:r>
            <a:r>
              <a:rPr lang="en-US" sz="1400" dirty="0">
                <a:effectLst/>
              </a:rPr>
              <a:t>(1), 122–143. </a:t>
            </a:r>
            <a:r>
              <a:rPr lang="en-US" sz="1400" dirty="0">
                <a:effectLst/>
                <a:hlinkClick r:id="rId7"/>
              </a:rPr>
              <a:t>https://doi.org/10.1111/ajae.12309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Mattos, F., Garcia, P., &amp; Pennings, J. M. E. (2008). Probability weighting and loss aversion in futures hedging. </a:t>
            </a:r>
            <a:r>
              <a:rPr lang="en-US" sz="1400" i="1" dirty="0">
                <a:effectLst/>
              </a:rPr>
              <a:t>Journal of Financial Markets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11</a:t>
            </a:r>
            <a:r>
              <a:rPr lang="en-US" sz="1400" dirty="0">
                <a:effectLst/>
              </a:rPr>
              <a:t>(4), 433–452. </a:t>
            </a:r>
            <a:r>
              <a:rPr lang="en-US" sz="1400" dirty="0">
                <a:effectLst/>
                <a:hlinkClick r:id="rId8"/>
              </a:rPr>
              <a:t>https://doi.org/10.1016/j.finmar.2008.04.002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Spada, R., Moritz, L., Rommel, J., Cerroni, S., Meuwissen, M. P. M., &amp; Dalhaus, T. (2025). </a:t>
            </a:r>
            <a:r>
              <a:rPr lang="en-US" sz="1400" i="1" dirty="0">
                <a:effectLst/>
              </a:rPr>
              <a:t>Behavioral Preferences Affecting the Adoption of Financial Price Risk Management Tools in Agriculture: A Systematic Literature Review</a:t>
            </a:r>
            <a:r>
              <a:rPr lang="en-US" sz="1400" dirty="0">
                <a:effectLst/>
              </a:rPr>
              <a:t>. </a:t>
            </a:r>
            <a:r>
              <a:rPr lang="en-US" sz="1400" dirty="0">
                <a:effectLst/>
                <a:hlinkClick r:id="rId9"/>
              </a:rPr>
              <a:t>https://doi.org/10.22004/ag.econ.356632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(1981). The Framing of Decisions and the Psychology of Choice. Science, 211(4481), 453–458. </a:t>
            </a:r>
            <a:r>
              <a:rPr lang="en-US" sz="1400" dirty="0">
                <a:effectLst/>
                <a:hlinkClick r:id="rId10"/>
              </a:rPr>
              <a:t>https://doi.org/10.1126/science.7455683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(1992). Advances in prospect theory: Cumulative representation of uncertainty. </a:t>
            </a:r>
            <a:r>
              <a:rPr lang="en-US" sz="1400" i="1" dirty="0">
                <a:effectLst/>
              </a:rPr>
              <a:t>Journal of Risk and Uncertainty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5</a:t>
            </a:r>
            <a:r>
              <a:rPr lang="en-US" sz="1400" dirty="0">
                <a:effectLst/>
              </a:rPr>
              <a:t>(4), 297–323. </a:t>
            </a:r>
            <a:r>
              <a:rPr lang="en-US" sz="1400" dirty="0">
                <a:effectLst/>
                <a:hlinkClick r:id="rId11"/>
              </a:rPr>
              <a:t>https://doi.org/10.1007/BF00122574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52622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AgEnRes">
      <a:dk1>
        <a:sysClr val="windowText" lastClr="000000"/>
      </a:dk1>
      <a:lt1>
        <a:srgbClr val="DCF0D2"/>
      </a:lt1>
      <a:dk2>
        <a:srgbClr val="5AD746"/>
      </a:dk2>
      <a:lt2>
        <a:srgbClr val="DCF0D2"/>
      </a:lt2>
      <a:accent1>
        <a:srgbClr val="5AD746"/>
      </a:accent1>
      <a:accent2>
        <a:srgbClr val="DCF0D2"/>
      </a:accent2>
      <a:accent3>
        <a:srgbClr val="DCF0D2"/>
      </a:accent3>
      <a:accent4>
        <a:srgbClr val="5AD746"/>
      </a:accent4>
      <a:accent5>
        <a:srgbClr val="000000"/>
      </a:accent5>
      <a:accent6>
        <a:srgbClr val="DCF0D2"/>
      </a:accent6>
      <a:hlink>
        <a:srgbClr val="5AD746"/>
      </a:hlink>
      <a:folHlink>
        <a:srgbClr val="F80897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26ada-5cb2-44a1-bf60-8d276ee6a687" xsi:nil="true"/>
    <DocumentType xmlns="6135ec3c-eaee-4bdf-9b68-f4d514849bf1">Other</DocumentType>
    <lcf76f155ced4ddcb4097134ff3c332f xmlns="6135ec3c-eaee-4bdf-9b68-f4d514849bf1">
      <Terms xmlns="http://schemas.microsoft.com/office/infopath/2007/PartnerControls"/>
    </lcf76f155ced4ddcb4097134ff3c332f>
    <Remarks xmlns="6135ec3c-eaee-4bdf-9b68-f4d514849bf1" xsi:nil="true"/>
    <EmbargoUntil xmlns="6135ec3c-eaee-4bdf-9b68-f4d514849bf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9B38FDDD8EE141B6A138391C2A4E79" ma:contentTypeVersion="18" ma:contentTypeDescription="Create a new document." ma:contentTypeScope="" ma:versionID="87499eb6698e964f6ecdab3e70829021">
  <xsd:schema xmlns:xsd="http://www.w3.org/2001/XMLSchema" xmlns:xs="http://www.w3.org/2001/XMLSchema" xmlns:p="http://schemas.microsoft.com/office/2006/metadata/properties" xmlns:ns2="6135ec3c-eaee-4bdf-9b68-f4d514849bf1" xmlns:ns3="41626ada-5cb2-44a1-bf60-8d276ee6a687" targetNamespace="http://schemas.microsoft.com/office/2006/metadata/properties" ma:root="true" ma:fieldsID="d484a5b15bd59a91d2743ddcea7437cd" ns2:_="" ns3:_="">
    <xsd:import namespace="6135ec3c-eaee-4bdf-9b68-f4d514849bf1"/>
    <xsd:import namespace="41626ada-5cb2-44a1-bf60-8d276ee6a687"/>
    <xsd:element name="properties">
      <xsd:complexType>
        <xsd:sequence>
          <xsd:element name="documentManagement">
            <xsd:complexType>
              <xsd:all>
                <xsd:element ref="ns2:DocumentType" minOccurs="0"/>
                <xsd:element ref="ns2:Remarks" minOccurs="0"/>
                <xsd:element ref="ns2:EmbargoUntil" minOccurs="0"/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5ec3c-eaee-4bdf-9b68-f4d514849bf1" elementFormDefault="qualified">
    <xsd:import namespace="http://schemas.microsoft.com/office/2006/documentManagement/types"/>
    <xsd:import namespace="http://schemas.microsoft.com/office/infopath/2007/PartnerControls"/>
    <xsd:element name="DocumentType" ma:index="8" nillable="true" ma:displayName="Document Type" ma:default="Other" ma:format="Dropdown" ma:internalName="DocumentType">
      <xsd:simpleType>
        <xsd:restriction base="dms:Choice">
          <xsd:enumeration value="Budget"/>
          <xsd:enumeration value="Project proposal"/>
          <xsd:enumeration value="Contracts/Agreements"/>
          <xsd:enumeration value="Datamanagement plan"/>
          <xsd:enumeration value="Correspondence"/>
          <xsd:enumeration value="Deliverable"/>
          <xsd:enumeration value="Review"/>
          <xsd:enumeration value="Dataset"/>
          <xsd:enumeration value="Presentation"/>
          <xsd:enumeration value="Other"/>
        </xsd:restriction>
      </xsd:simpleType>
    </xsd:element>
    <xsd:element name="Remarks" ma:index="9" nillable="true" ma:displayName="Remarks" ma:description="Remarks" ma:internalName="Remarks">
      <xsd:simpleType>
        <xsd:restriction base="dms:Note">
          <xsd:maxLength value="255"/>
        </xsd:restriction>
      </xsd:simpleType>
    </xsd:element>
    <xsd:element name="EmbargoUntil" ma:index="10" nillable="true" ma:displayName="Embargo until" ma:format="DateOnly" ma:internalName="EmbargoUntil">
      <xsd:simpleType>
        <xsd:restriction base="dms:DateTime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ec99919-4982-4388-8a64-83a11d2ca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26ada-5cb2-44a1-bf60-8d276ee6a68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01a9165-e1d3-41e2-ab9e-3c751fc6899f}" ma:internalName="TaxCatchAll" ma:showField="CatchAllData" ma:web="41626ada-5cb2-44a1-bf60-8d276ee6a6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458E52-C9AB-45CD-90E2-A592FBC3F28E}">
  <ds:schemaRefs>
    <ds:schemaRef ds:uri="230e9df3-be65-4c73-a93b-d1236ebd677e"/>
    <ds:schemaRef ds:uri="41626ada-5cb2-44a1-bf60-8d276ee6a687"/>
    <ds:schemaRef ds:uri="6135ec3c-eaee-4bdf-9b68-f4d514849bf1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8531923-D4C9-4C7B-994A-9E661FD65B6C}">
  <ds:schemaRefs>
    <ds:schemaRef ds:uri="41626ada-5cb2-44a1-bf60-8d276ee6a687"/>
    <ds:schemaRef ds:uri="6135ec3c-eaee-4bdf-9b68-f4d514849b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A81F5C2-3514-4A07-8A5F-801AC1F704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Words>1090</Words>
  <Application>Microsoft Office PowerPoint</Application>
  <PresentationFormat>Widescreen</PresentationFormat>
  <Paragraphs>117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Arial</vt:lpstr>
      <vt:lpstr>Arial Black</vt:lpstr>
      <vt:lpstr>Calibri</vt:lpstr>
      <vt:lpstr>Cambria Math</vt:lpstr>
      <vt:lpstr>CG Times</vt:lpstr>
      <vt:lpstr>Hedvig Letters Serif 24pt</vt:lpstr>
      <vt:lpstr>Helvetica Neue</vt:lpstr>
      <vt:lpstr>Sora</vt:lpstr>
      <vt:lpstr>Wingdings</vt:lpstr>
      <vt:lpstr>Custom</vt:lpstr>
      <vt:lpstr>Financial tool prototype for farmers’ input price risk management</vt:lpstr>
      <vt:lpstr>Introduction</vt:lpstr>
      <vt:lpstr>Objectives</vt:lpstr>
      <vt:lpstr>Economic model</vt:lpstr>
      <vt:lpstr>Adjusted contract design</vt:lpstr>
      <vt:lpstr>Adjusted contract design</vt:lpstr>
      <vt:lpstr>PowerPoint Presentation</vt:lpstr>
      <vt:lpstr>Methodology and Data</vt:lpstr>
      <vt:lpstr>Methodology and Data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Franziska Appel</dc:creator>
  <cp:lastModifiedBy>Spada, Riccardo</cp:lastModifiedBy>
  <cp:revision>1</cp:revision>
  <dcterms:created xsi:type="dcterms:W3CDTF">2024-03-06T08:45:45Z</dcterms:created>
  <dcterms:modified xsi:type="dcterms:W3CDTF">2025-09-23T13:34:50Z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0x010100D39B38FDDD8EE141B6A138391C2A4E79</vt:lpwstr>
  </property>
  <property fmtid="{D5CDD505-2E9C-101B-9397-08002B2CF9AE}" pid="3" name="MediaServiceImageTags">
    <vt:lpwstr/>
  </property>
</Properties>
</file>